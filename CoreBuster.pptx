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5"/>
  </p:notesMasterIdLst>
  <p:sldIdLst>
    <p:sldId id="276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943F9-55EF-4E17-9000-90D76EEBC2EC}" v="14" dt="2026-08-15T20:33:06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.I Valli Mahomed" userId="5885619c4cde3295" providerId="LiveId" clId="{DC4943F9-55EF-4E17-9000-90D76EEBC2EC}"/>
    <pc:docChg chg="custSel addSld delSld modSld">
      <pc:chgData name="M.I Valli Mahomed" userId="5885619c4cde3295" providerId="LiveId" clId="{DC4943F9-55EF-4E17-9000-90D76EEBC2EC}" dt="2026-08-15T20:37:12.914" v="920" actId="478"/>
      <pc:docMkLst>
        <pc:docMk/>
      </pc:docMkLst>
      <pc:sldChg chg="addSp modSp del mod">
        <pc:chgData name="M.I Valli Mahomed" userId="5885619c4cde3295" providerId="LiveId" clId="{DC4943F9-55EF-4E17-9000-90D76EEBC2EC}" dt="2026-08-15T20:27:07.224" v="851"/>
        <pc:sldMkLst>
          <pc:docMk/>
          <pc:sldMk cId="3918299663" sldId="257"/>
        </pc:sldMkLst>
        <pc:spChg chg="mod">
          <ac:chgData name="M.I Valli Mahomed" userId="5885619c4cde3295" providerId="LiveId" clId="{DC4943F9-55EF-4E17-9000-90D76EEBC2EC}" dt="2026-08-15T20:26:08.104" v="845"/>
          <ac:spMkLst>
            <pc:docMk/>
            <pc:sldMk cId="3918299663" sldId="257"/>
            <ac:spMk id="2" creationId="{8379D822-CCF1-FB94-783C-2C571EF355B3}"/>
          </ac:spMkLst>
        </pc:spChg>
        <pc:spChg chg="mod">
          <ac:chgData name="M.I Valli Mahomed" userId="5885619c4cde3295" providerId="LiveId" clId="{DC4943F9-55EF-4E17-9000-90D76EEBC2EC}" dt="2026-08-15T20:26:08.106" v="849"/>
          <ac:spMkLst>
            <pc:docMk/>
            <pc:sldMk cId="3918299663" sldId="257"/>
            <ac:spMk id="3" creationId="{4681551E-0E16-F8B2-1C7D-687962367BB2}"/>
          </ac:spMkLst>
        </pc:spChg>
        <pc:picChg chg="add mod">
          <ac:chgData name="M.I Valli Mahomed" userId="5885619c4cde3295" providerId="LiveId" clId="{DC4943F9-55EF-4E17-9000-90D76EEBC2EC}" dt="2026-08-15T20:26:02.194" v="841"/>
          <ac:picMkLst>
            <pc:docMk/>
            <pc:sldMk cId="3918299663" sldId="257"/>
            <ac:picMk id="4" creationId="{45406EB3-3EDE-0307-451A-A2335AF7C895}"/>
          </ac:picMkLst>
        </pc:picChg>
      </pc:sldChg>
      <pc:sldChg chg="addSp modSp">
        <pc:chgData name="M.I Valli Mahomed" userId="5885619c4cde3295" providerId="LiveId" clId="{DC4943F9-55EF-4E17-9000-90D76EEBC2EC}" dt="2026-08-15T20:33:05.417" v="869"/>
        <pc:sldMkLst>
          <pc:docMk/>
          <pc:sldMk cId="4287397584" sldId="258"/>
        </pc:sldMkLst>
        <pc:picChg chg="add mod">
          <ac:chgData name="M.I Valli Mahomed" userId="5885619c4cde3295" providerId="LiveId" clId="{DC4943F9-55EF-4E17-9000-90D76EEBC2EC}" dt="2026-08-15T20:33:05.417" v="869"/>
          <ac:picMkLst>
            <pc:docMk/>
            <pc:sldMk cId="4287397584" sldId="258"/>
            <ac:picMk id="4" creationId="{8179C9E4-86E5-1114-5FA8-A0212953CCCE}"/>
          </ac:picMkLst>
        </pc:picChg>
      </pc:sldChg>
      <pc:sldChg chg="addSp modSp">
        <pc:chgData name="M.I Valli Mahomed" userId="5885619c4cde3295" providerId="LiveId" clId="{DC4943F9-55EF-4E17-9000-90D76EEBC2EC}" dt="2026-08-15T20:33:05.434" v="870"/>
        <pc:sldMkLst>
          <pc:docMk/>
          <pc:sldMk cId="1637416559" sldId="259"/>
        </pc:sldMkLst>
        <pc:picChg chg="add mod">
          <ac:chgData name="M.I Valli Mahomed" userId="5885619c4cde3295" providerId="LiveId" clId="{DC4943F9-55EF-4E17-9000-90D76EEBC2EC}" dt="2026-08-15T20:33:05.434" v="870"/>
          <ac:picMkLst>
            <pc:docMk/>
            <pc:sldMk cId="1637416559" sldId="259"/>
            <ac:picMk id="14" creationId="{6C1BFF2F-5FEB-DFFA-F9E6-2BBA55234B7B}"/>
          </ac:picMkLst>
        </pc:picChg>
      </pc:sldChg>
      <pc:sldChg chg="addSp modSp">
        <pc:chgData name="M.I Valli Mahomed" userId="5885619c4cde3295" providerId="LiveId" clId="{DC4943F9-55EF-4E17-9000-90D76EEBC2EC}" dt="2026-08-15T20:33:05.451" v="871"/>
        <pc:sldMkLst>
          <pc:docMk/>
          <pc:sldMk cId="3327415056" sldId="261"/>
        </pc:sldMkLst>
        <pc:picChg chg="add mod">
          <ac:chgData name="M.I Valli Mahomed" userId="5885619c4cde3295" providerId="LiveId" clId="{DC4943F9-55EF-4E17-9000-90D76EEBC2EC}" dt="2026-08-15T20:33:05.451" v="871"/>
          <ac:picMkLst>
            <pc:docMk/>
            <pc:sldMk cId="3327415056" sldId="261"/>
            <ac:picMk id="9" creationId="{E99E4553-85FE-3328-0C1D-1FC94820BA59}"/>
          </ac:picMkLst>
        </pc:picChg>
      </pc:sldChg>
      <pc:sldChg chg="addSp modSp new mod">
        <pc:chgData name="M.I Valli Mahomed" userId="5885619c4cde3295" providerId="LiveId" clId="{DC4943F9-55EF-4E17-9000-90D76EEBC2EC}" dt="2026-08-15T20:33:05.451" v="872"/>
        <pc:sldMkLst>
          <pc:docMk/>
          <pc:sldMk cId="3814997275" sldId="262"/>
        </pc:sldMkLst>
        <pc:spChg chg="mod">
          <ac:chgData name="M.I Valli Mahomed" userId="5885619c4cde3295" providerId="LiveId" clId="{DC4943F9-55EF-4E17-9000-90D76EEBC2EC}" dt="2026-08-15T20:02:25.723" v="8"/>
          <ac:spMkLst>
            <pc:docMk/>
            <pc:sldMk cId="3814997275" sldId="262"/>
            <ac:spMk id="2" creationId="{7DF48190-967C-CEBF-ABD5-1B862C08D7BD}"/>
          </ac:spMkLst>
        </pc:spChg>
        <pc:spChg chg="add mod">
          <ac:chgData name="M.I Valli Mahomed" userId="5885619c4cde3295" providerId="LiveId" clId="{DC4943F9-55EF-4E17-9000-90D76EEBC2EC}" dt="2026-08-15T20:02:25.723" v="12"/>
          <ac:spMkLst>
            <pc:docMk/>
            <pc:sldMk cId="3814997275" sldId="262"/>
            <ac:spMk id="3" creationId="{C4A2F54A-7085-41B3-88D3-2DBFA9D3DAC9}"/>
          </ac:spMkLst>
        </pc:spChg>
        <pc:spChg chg="add mod">
          <ac:chgData name="M.I Valli Mahomed" userId="5885619c4cde3295" providerId="LiveId" clId="{DC4943F9-55EF-4E17-9000-90D76EEBC2EC}" dt="2026-08-15T20:02:25.723" v="18"/>
          <ac:spMkLst>
            <pc:docMk/>
            <pc:sldMk cId="3814997275" sldId="262"/>
            <ac:spMk id="4" creationId="{0113D35C-1629-4580-A9FB-5170B997FA1C}"/>
          </ac:spMkLst>
        </pc:spChg>
        <pc:spChg chg="add mod">
          <ac:chgData name="M.I Valli Mahomed" userId="5885619c4cde3295" providerId="LiveId" clId="{DC4943F9-55EF-4E17-9000-90D76EEBC2EC}" dt="2026-08-15T20:02:25.723" v="23"/>
          <ac:spMkLst>
            <pc:docMk/>
            <pc:sldMk cId="3814997275" sldId="262"/>
            <ac:spMk id="5" creationId="{C667177D-F608-4CB4-BE15-02E76E44E1FE}"/>
          </ac:spMkLst>
        </pc:spChg>
        <pc:spChg chg="add mod">
          <ac:chgData name="M.I Valli Mahomed" userId="5885619c4cde3295" providerId="LiveId" clId="{DC4943F9-55EF-4E17-9000-90D76EEBC2EC}" dt="2026-08-15T20:02:25.723" v="27"/>
          <ac:spMkLst>
            <pc:docMk/>
            <pc:sldMk cId="3814997275" sldId="262"/>
            <ac:spMk id="6" creationId="{90E1E01A-419E-4494-8B20-60A41E546863}"/>
          </ac:spMkLst>
        </pc:spChg>
        <pc:spChg chg="add mod">
          <ac:chgData name="M.I Valli Mahomed" userId="5885619c4cde3295" providerId="LiveId" clId="{DC4943F9-55EF-4E17-9000-90D76EEBC2EC}" dt="2026-08-15T20:02:25.738" v="33"/>
          <ac:spMkLst>
            <pc:docMk/>
            <pc:sldMk cId="3814997275" sldId="262"/>
            <ac:spMk id="7" creationId="{24B4B557-AFB2-40C8-824B-726A24A3CDE9}"/>
          </ac:spMkLst>
        </pc:spChg>
        <pc:spChg chg="add mod">
          <ac:chgData name="M.I Valli Mahomed" userId="5885619c4cde3295" providerId="LiveId" clId="{DC4943F9-55EF-4E17-9000-90D76EEBC2EC}" dt="2026-08-15T20:02:25.739" v="38"/>
          <ac:spMkLst>
            <pc:docMk/>
            <pc:sldMk cId="3814997275" sldId="262"/>
            <ac:spMk id="8" creationId="{062756E0-34C5-49BE-933B-28097D56C632}"/>
          </ac:spMkLst>
        </pc:spChg>
        <pc:spChg chg="add mod">
          <ac:chgData name="M.I Valli Mahomed" userId="5885619c4cde3295" providerId="LiveId" clId="{DC4943F9-55EF-4E17-9000-90D76EEBC2EC}" dt="2026-08-15T20:02:25.739" v="42"/>
          <ac:spMkLst>
            <pc:docMk/>
            <pc:sldMk cId="3814997275" sldId="262"/>
            <ac:spMk id="9" creationId="{E93912A9-3138-4649-801A-F6444E6A0452}"/>
          </ac:spMkLst>
        </pc:spChg>
        <pc:spChg chg="add mod">
          <ac:chgData name="M.I Valli Mahomed" userId="5885619c4cde3295" providerId="LiveId" clId="{DC4943F9-55EF-4E17-9000-90D76EEBC2EC}" dt="2026-08-15T20:02:25.739" v="48"/>
          <ac:spMkLst>
            <pc:docMk/>
            <pc:sldMk cId="3814997275" sldId="262"/>
            <ac:spMk id="10" creationId="{CD13ADF7-BC0F-4E60-AC0B-17A320B08568}"/>
          </ac:spMkLst>
        </pc:spChg>
        <pc:spChg chg="add mod">
          <ac:chgData name="M.I Valli Mahomed" userId="5885619c4cde3295" providerId="LiveId" clId="{DC4943F9-55EF-4E17-9000-90D76EEBC2EC}" dt="2026-08-15T20:02:25.739" v="53"/>
          <ac:spMkLst>
            <pc:docMk/>
            <pc:sldMk cId="3814997275" sldId="262"/>
            <ac:spMk id="11" creationId="{30DCB8B2-5A78-4A74-9ED2-AAA77CFEDE0E}"/>
          </ac:spMkLst>
        </pc:spChg>
        <pc:spChg chg="add mod">
          <ac:chgData name="M.I Valli Mahomed" userId="5885619c4cde3295" providerId="LiveId" clId="{DC4943F9-55EF-4E17-9000-90D76EEBC2EC}" dt="2026-08-15T20:02:25.739" v="57"/>
          <ac:spMkLst>
            <pc:docMk/>
            <pc:sldMk cId="3814997275" sldId="262"/>
            <ac:spMk id="12" creationId="{24E8F75D-4B5E-4FA4-8C5E-E3BD2C8A1888}"/>
          </ac:spMkLst>
        </pc:spChg>
        <pc:spChg chg="add mod">
          <ac:chgData name="M.I Valli Mahomed" userId="5885619c4cde3295" providerId="LiveId" clId="{DC4943F9-55EF-4E17-9000-90D76EEBC2EC}" dt="2026-08-15T20:02:25.739" v="63"/>
          <ac:spMkLst>
            <pc:docMk/>
            <pc:sldMk cId="3814997275" sldId="262"/>
            <ac:spMk id="13" creationId="{361FE587-45A0-4611-AC60-E3C985037A01}"/>
          </ac:spMkLst>
        </pc:spChg>
        <pc:spChg chg="add mod">
          <ac:chgData name="M.I Valli Mahomed" userId="5885619c4cde3295" providerId="LiveId" clId="{DC4943F9-55EF-4E17-9000-90D76EEBC2EC}" dt="2026-08-15T20:02:25.756" v="68"/>
          <ac:spMkLst>
            <pc:docMk/>
            <pc:sldMk cId="3814997275" sldId="262"/>
            <ac:spMk id="14" creationId="{9E44D47D-F5CD-48D3-A608-4DA1B7EE8C22}"/>
          </ac:spMkLst>
        </pc:spChg>
        <pc:spChg chg="add mod">
          <ac:chgData name="M.I Valli Mahomed" userId="5885619c4cde3295" providerId="LiveId" clId="{DC4943F9-55EF-4E17-9000-90D76EEBC2EC}" dt="2026-08-15T20:02:25.756" v="73"/>
          <ac:spMkLst>
            <pc:docMk/>
            <pc:sldMk cId="3814997275" sldId="262"/>
            <ac:spMk id="15" creationId="{737C92A0-BE07-4C5C-8F21-DED8ED004FE3}"/>
          </ac:spMkLst>
        </pc:spChg>
        <pc:picChg chg="add mod">
          <ac:chgData name="M.I Valli Mahomed" userId="5885619c4cde3295" providerId="LiveId" clId="{DC4943F9-55EF-4E17-9000-90D76EEBC2EC}" dt="2026-08-15T20:33:05.451" v="872"/>
          <ac:picMkLst>
            <pc:docMk/>
            <pc:sldMk cId="3814997275" sldId="262"/>
            <ac:picMk id="16" creationId="{F9B0A418-197B-CAF4-9ABE-5A628136F489}"/>
          </ac:picMkLst>
        </pc:picChg>
      </pc:sldChg>
      <pc:sldChg chg="addSp modSp new mod">
        <pc:chgData name="M.I Valli Mahomed" userId="5885619c4cde3295" providerId="LiveId" clId="{DC4943F9-55EF-4E17-9000-90D76EEBC2EC}" dt="2026-08-15T20:33:05.467" v="873"/>
        <pc:sldMkLst>
          <pc:docMk/>
          <pc:sldMk cId="1991517264" sldId="263"/>
        </pc:sldMkLst>
        <pc:spChg chg="mod">
          <ac:chgData name="M.I Valli Mahomed" userId="5885619c4cde3295" providerId="LiveId" clId="{DC4943F9-55EF-4E17-9000-90D76EEBC2EC}" dt="2026-08-15T20:02:50.690" v="82"/>
          <ac:spMkLst>
            <pc:docMk/>
            <pc:sldMk cId="1991517264" sldId="263"/>
            <ac:spMk id="2" creationId="{88747C8F-35F8-9395-1BBF-0F6E7B257392}"/>
          </ac:spMkLst>
        </pc:spChg>
        <pc:spChg chg="add mod">
          <ac:chgData name="M.I Valli Mahomed" userId="5885619c4cde3295" providerId="LiveId" clId="{DC4943F9-55EF-4E17-9000-90D76EEBC2EC}" dt="2026-08-15T20:02:50.692" v="86"/>
          <ac:spMkLst>
            <pc:docMk/>
            <pc:sldMk cId="1991517264" sldId="263"/>
            <ac:spMk id="3" creationId="{34C7C978-AB07-4FB1-BE37-B6B98CF15438}"/>
          </ac:spMkLst>
        </pc:spChg>
        <pc:spChg chg="add mod">
          <ac:chgData name="M.I Valli Mahomed" userId="5885619c4cde3295" providerId="LiveId" clId="{DC4943F9-55EF-4E17-9000-90D76EEBC2EC}" dt="2026-08-15T20:02:50.694" v="91"/>
          <ac:spMkLst>
            <pc:docMk/>
            <pc:sldMk cId="1991517264" sldId="263"/>
            <ac:spMk id="4" creationId="{92DE16AC-4DD8-4A9C-A220-71A6C70EE968}"/>
          </ac:spMkLst>
        </pc:spChg>
        <pc:spChg chg="add mod">
          <ac:chgData name="M.I Valli Mahomed" userId="5885619c4cde3295" providerId="LiveId" clId="{DC4943F9-55EF-4E17-9000-90D76EEBC2EC}" dt="2026-08-15T20:02:50.697" v="96"/>
          <ac:spMkLst>
            <pc:docMk/>
            <pc:sldMk cId="1991517264" sldId="263"/>
            <ac:spMk id="5" creationId="{D2A8F7EA-A8EF-4E98-9580-AC8A1A32EB85}"/>
          </ac:spMkLst>
        </pc:spChg>
        <pc:spChg chg="add mod">
          <ac:chgData name="M.I Valli Mahomed" userId="5885619c4cde3295" providerId="LiveId" clId="{DC4943F9-55EF-4E17-9000-90D76EEBC2EC}" dt="2026-08-15T20:02:50.697" v="100"/>
          <ac:spMkLst>
            <pc:docMk/>
            <pc:sldMk cId="1991517264" sldId="263"/>
            <ac:spMk id="6" creationId="{5E7DA5C7-D62A-4F7E-AD4F-940252624EED}"/>
          </ac:spMkLst>
        </pc:spChg>
        <pc:spChg chg="add mod">
          <ac:chgData name="M.I Valli Mahomed" userId="5885619c4cde3295" providerId="LiveId" clId="{DC4943F9-55EF-4E17-9000-90D76EEBC2EC}" dt="2026-08-15T20:02:50.697" v="105"/>
          <ac:spMkLst>
            <pc:docMk/>
            <pc:sldMk cId="1991517264" sldId="263"/>
            <ac:spMk id="7" creationId="{68212892-B58D-4F09-97BB-886CEDFE9347}"/>
          </ac:spMkLst>
        </pc:spChg>
        <pc:spChg chg="add mod">
          <ac:chgData name="M.I Valli Mahomed" userId="5885619c4cde3295" providerId="LiveId" clId="{DC4943F9-55EF-4E17-9000-90D76EEBC2EC}" dt="2026-08-15T20:02:50.705" v="110"/>
          <ac:spMkLst>
            <pc:docMk/>
            <pc:sldMk cId="1991517264" sldId="263"/>
            <ac:spMk id="8" creationId="{7951CEFF-B08F-462E-A3C8-5AA3DFD38F4F}"/>
          </ac:spMkLst>
        </pc:spChg>
        <pc:spChg chg="add mod">
          <ac:chgData name="M.I Valli Mahomed" userId="5885619c4cde3295" providerId="LiveId" clId="{DC4943F9-55EF-4E17-9000-90D76EEBC2EC}" dt="2026-08-15T20:02:50.705" v="114"/>
          <ac:spMkLst>
            <pc:docMk/>
            <pc:sldMk cId="1991517264" sldId="263"/>
            <ac:spMk id="9" creationId="{28DBFCE8-EA47-4DEB-A522-0A5314679EE5}"/>
          </ac:spMkLst>
        </pc:spChg>
        <pc:spChg chg="add mod">
          <ac:chgData name="M.I Valli Mahomed" userId="5885619c4cde3295" providerId="LiveId" clId="{DC4943F9-55EF-4E17-9000-90D76EEBC2EC}" dt="2026-08-15T20:02:50.705" v="119"/>
          <ac:spMkLst>
            <pc:docMk/>
            <pc:sldMk cId="1991517264" sldId="263"/>
            <ac:spMk id="10" creationId="{BC2C3D16-C936-4A6F-AF8B-79317A9520FE}"/>
          </ac:spMkLst>
        </pc:spChg>
        <pc:spChg chg="add mod">
          <ac:chgData name="M.I Valli Mahomed" userId="5885619c4cde3295" providerId="LiveId" clId="{DC4943F9-55EF-4E17-9000-90D76EEBC2EC}" dt="2026-08-15T20:02:50.714" v="124"/>
          <ac:spMkLst>
            <pc:docMk/>
            <pc:sldMk cId="1991517264" sldId="263"/>
            <ac:spMk id="11" creationId="{0B3F9C61-DCF5-46AF-A7DF-88494874FBC9}"/>
          </ac:spMkLst>
        </pc:spChg>
        <pc:spChg chg="add mod">
          <ac:chgData name="M.I Valli Mahomed" userId="5885619c4cde3295" providerId="LiveId" clId="{DC4943F9-55EF-4E17-9000-90D76EEBC2EC}" dt="2026-08-15T20:19:19.715" v="784"/>
          <ac:spMkLst>
            <pc:docMk/>
            <pc:sldMk cId="1991517264" sldId="263"/>
            <ac:spMk id="12" creationId="{AE4AA275-F2D6-45FD-AC14-AEF30BD01E5A}"/>
          </ac:spMkLst>
        </pc:spChg>
        <pc:spChg chg="add mod">
          <ac:chgData name="M.I Valli Mahomed" userId="5885619c4cde3295" providerId="LiveId" clId="{DC4943F9-55EF-4E17-9000-90D76EEBC2EC}" dt="2026-08-15T20:19:19.721" v="788"/>
          <ac:spMkLst>
            <pc:docMk/>
            <pc:sldMk cId="1991517264" sldId="263"/>
            <ac:spMk id="13" creationId="{01769C69-9AA4-4597-AED5-A7C1C97AB26D}"/>
          </ac:spMkLst>
        </pc:spChg>
        <pc:spChg chg="add mod">
          <ac:chgData name="M.I Valli Mahomed" userId="5885619c4cde3295" providerId="LiveId" clId="{DC4943F9-55EF-4E17-9000-90D76EEBC2EC}" dt="2026-08-15T20:19:19.723" v="792"/>
          <ac:spMkLst>
            <pc:docMk/>
            <pc:sldMk cId="1991517264" sldId="263"/>
            <ac:spMk id="14" creationId="{EE2091DC-8CF1-4059-BE64-CA460664B8E6}"/>
          </ac:spMkLst>
        </pc:spChg>
        <pc:spChg chg="add mod">
          <ac:chgData name="M.I Valli Mahomed" userId="5885619c4cde3295" providerId="LiveId" clId="{DC4943F9-55EF-4E17-9000-90D76EEBC2EC}" dt="2026-08-15T20:19:19.723" v="796"/>
          <ac:spMkLst>
            <pc:docMk/>
            <pc:sldMk cId="1991517264" sldId="263"/>
            <ac:spMk id="15" creationId="{93BEAD11-B1B5-47E9-847E-5C2E636A7099}"/>
          </ac:spMkLst>
        </pc:spChg>
        <pc:spChg chg="add mod">
          <ac:chgData name="M.I Valli Mahomed" userId="5885619c4cde3295" providerId="LiveId" clId="{DC4943F9-55EF-4E17-9000-90D76EEBC2EC}" dt="2026-08-15T20:19:19.723" v="800"/>
          <ac:spMkLst>
            <pc:docMk/>
            <pc:sldMk cId="1991517264" sldId="263"/>
            <ac:spMk id="16" creationId="{0F2BF1D2-2538-4FE8-A9B0-CD5470496750}"/>
          </ac:spMkLst>
        </pc:spChg>
        <pc:spChg chg="add mod">
          <ac:chgData name="M.I Valli Mahomed" userId="5885619c4cde3295" providerId="LiveId" clId="{DC4943F9-55EF-4E17-9000-90D76EEBC2EC}" dt="2026-08-15T20:19:19.723" v="804"/>
          <ac:spMkLst>
            <pc:docMk/>
            <pc:sldMk cId="1991517264" sldId="263"/>
            <ac:spMk id="17" creationId="{58055113-188B-4B1F-A3B7-D4C9DC094E84}"/>
          </ac:spMkLst>
        </pc:spChg>
        <pc:spChg chg="add mod">
          <ac:chgData name="M.I Valli Mahomed" userId="5885619c4cde3295" providerId="LiveId" clId="{DC4943F9-55EF-4E17-9000-90D76EEBC2EC}" dt="2026-08-15T20:19:19.723" v="808"/>
          <ac:spMkLst>
            <pc:docMk/>
            <pc:sldMk cId="1991517264" sldId="263"/>
            <ac:spMk id="18" creationId="{F319F738-78DE-4E82-8770-F17F7AE259CF}"/>
          </ac:spMkLst>
        </pc:spChg>
        <pc:spChg chg="add mod">
          <ac:chgData name="M.I Valli Mahomed" userId="5885619c4cde3295" providerId="LiveId" clId="{DC4943F9-55EF-4E17-9000-90D76EEBC2EC}" dt="2026-08-15T20:19:19.723" v="812"/>
          <ac:spMkLst>
            <pc:docMk/>
            <pc:sldMk cId="1991517264" sldId="263"/>
            <ac:spMk id="19" creationId="{8A6CE052-0203-4497-AA4C-027E1C6C6F1D}"/>
          </ac:spMkLst>
        </pc:spChg>
        <pc:spChg chg="add mod">
          <ac:chgData name="M.I Valli Mahomed" userId="5885619c4cde3295" providerId="LiveId" clId="{DC4943F9-55EF-4E17-9000-90D76EEBC2EC}" dt="2026-08-15T20:19:19.723" v="816"/>
          <ac:spMkLst>
            <pc:docMk/>
            <pc:sldMk cId="1991517264" sldId="263"/>
            <ac:spMk id="20" creationId="{41E24029-DE75-4F09-8EE3-6DCD5F168C8D}"/>
          </ac:spMkLst>
        </pc:spChg>
        <pc:spChg chg="add mod">
          <ac:chgData name="M.I Valli Mahomed" userId="5885619c4cde3295" providerId="LiveId" clId="{DC4943F9-55EF-4E17-9000-90D76EEBC2EC}" dt="2026-08-15T20:19:19.723" v="820"/>
          <ac:spMkLst>
            <pc:docMk/>
            <pc:sldMk cId="1991517264" sldId="263"/>
            <ac:spMk id="21" creationId="{37742CF0-F04F-47D9-8946-29C480226145}"/>
          </ac:spMkLst>
        </pc:spChg>
        <pc:spChg chg="add mod">
          <ac:chgData name="M.I Valli Mahomed" userId="5885619c4cde3295" providerId="LiveId" clId="{DC4943F9-55EF-4E17-9000-90D76EEBC2EC}" dt="2026-08-15T20:19:19.723" v="824"/>
          <ac:spMkLst>
            <pc:docMk/>
            <pc:sldMk cId="1991517264" sldId="263"/>
            <ac:spMk id="22" creationId="{B70FCE87-183E-4A98-9568-4A983BDCAD19}"/>
          </ac:spMkLst>
        </pc:spChg>
        <pc:spChg chg="add mod">
          <ac:chgData name="M.I Valli Mahomed" userId="5885619c4cde3295" providerId="LiveId" clId="{DC4943F9-55EF-4E17-9000-90D76EEBC2EC}" dt="2026-08-15T20:19:19.723" v="828"/>
          <ac:spMkLst>
            <pc:docMk/>
            <pc:sldMk cId="1991517264" sldId="263"/>
            <ac:spMk id="23" creationId="{C96C440D-43CD-46BB-8472-5773D57FB7AF}"/>
          </ac:spMkLst>
        </pc:spChg>
        <pc:picChg chg="add mod">
          <ac:chgData name="M.I Valli Mahomed" userId="5885619c4cde3295" providerId="LiveId" clId="{DC4943F9-55EF-4E17-9000-90D76EEBC2EC}" dt="2026-08-15T20:33:05.467" v="873"/>
          <ac:picMkLst>
            <pc:docMk/>
            <pc:sldMk cId="1991517264" sldId="263"/>
            <ac:picMk id="24" creationId="{2743D03C-5CC8-E252-7794-D1D5286D3F8B}"/>
          </ac:picMkLst>
        </pc:picChg>
      </pc:sldChg>
      <pc:sldChg chg="addSp modSp new mod">
        <pc:chgData name="M.I Valli Mahomed" userId="5885619c4cde3295" providerId="LiveId" clId="{DC4943F9-55EF-4E17-9000-90D76EEBC2EC}" dt="2026-08-15T20:33:05.467" v="874"/>
        <pc:sldMkLst>
          <pc:docMk/>
          <pc:sldMk cId="4226685804" sldId="264"/>
        </pc:sldMkLst>
        <pc:spChg chg="mod">
          <ac:chgData name="M.I Valli Mahomed" userId="5885619c4cde3295" providerId="LiveId" clId="{DC4943F9-55EF-4E17-9000-90D76EEBC2EC}" dt="2026-08-15T20:15:06.985" v="202"/>
          <ac:spMkLst>
            <pc:docMk/>
            <pc:sldMk cId="4226685804" sldId="264"/>
            <ac:spMk id="2" creationId="{F17143A7-F1D0-B49B-FA89-EEFA73058B83}"/>
          </ac:spMkLst>
        </pc:spChg>
        <pc:spChg chg="add mod">
          <ac:chgData name="M.I Valli Mahomed" userId="5885619c4cde3295" providerId="LiveId" clId="{DC4943F9-55EF-4E17-9000-90D76EEBC2EC}" dt="2026-08-15T20:15:06.985" v="214"/>
          <ac:spMkLst>
            <pc:docMk/>
            <pc:sldMk cId="4226685804" sldId="264"/>
            <ac:spMk id="3" creationId="{642CA187-973C-43FE-8AF2-B317C18A14D3}"/>
          </ac:spMkLst>
        </pc:spChg>
        <pc:spChg chg="add mod">
          <ac:chgData name="M.I Valli Mahomed" userId="5885619c4cde3295" providerId="LiveId" clId="{DC4943F9-55EF-4E17-9000-90D76EEBC2EC}" dt="2026-08-15T20:15:07.002" v="220"/>
          <ac:spMkLst>
            <pc:docMk/>
            <pc:sldMk cId="4226685804" sldId="264"/>
            <ac:spMk id="4" creationId="{AC82B2DD-8984-43F0-B773-DAFB5646D86A}"/>
          </ac:spMkLst>
        </pc:spChg>
        <pc:spChg chg="add mod">
          <ac:chgData name="M.I Valli Mahomed" userId="5885619c4cde3295" providerId="LiveId" clId="{DC4943F9-55EF-4E17-9000-90D76EEBC2EC}" dt="2026-08-15T20:15:07.006" v="232"/>
          <ac:spMkLst>
            <pc:docMk/>
            <pc:sldMk cId="4226685804" sldId="264"/>
            <ac:spMk id="5" creationId="{D3D543DC-6D90-4E18-BD0A-D5B18D93A1D7}"/>
          </ac:spMkLst>
        </pc:spChg>
        <pc:spChg chg="add mod">
          <ac:chgData name="M.I Valli Mahomed" userId="5885619c4cde3295" providerId="LiveId" clId="{DC4943F9-55EF-4E17-9000-90D76EEBC2EC}" dt="2026-08-15T20:15:07.009" v="238"/>
          <ac:spMkLst>
            <pc:docMk/>
            <pc:sldMk cId="4226685804" sldId="264"/>
            <ac:spMk id="6" creationId="{CDCE2523-D445-458D-9CEF-EC0210B55FCB}"/>
          </ac:spMkLst>
        </pc:spChg>
        <pc:spChg chg="add mod">
          <ac:chgData name="M.I Valli Mahomed" userId="5885619c4cde3295" providerId="LiveId" clId="{DC4943F9-55EF-4E17-9000-90D76EEBC2EC}" dt="2026-08-15T20:15:07.009" v="250"/>
          <ac:spMkLst>
            <pc:docMk/>
            <pc:sldMk cId="4226685804" sldId="264"/>
            <ac:spMk id="7" creationId="{2250B613-1043-48FF-999C-BF8F7FA3C3B8}"/>
          </ac:spMkLst>
        </pc:spChg>
        <pc:spChg chg="add mod">
          <ac:chgData name="M.I Valli Mahomed" userId="5885619c4cde3295" providerId="LiveId" clId="{DC4943F9-55EF-4E17-9000-90D76EEBC2EC}" dt="2026-08-15T20:15:07.009" v="256"/>
          <ac:spMkLst>
            <pc:docMk/>
            <pc:sldMk cId="4226685804" sldId="264"/>
            <ac:spMk id="8" creationId="{062F45B9-EBF1-4560-8E7E-6260D2CE838E}"/>
          </ac:spMkLst>
        </pc:spChg>
        <pc:spChg chg="add mod">
          <ac:chgData name="M.I Valli Mahomed" userId="5885619c4cde3295" providerId="LiveId" clId="{DC4943F9-55EF-4E17-9000-90D76EEBC2EC}" dt="2026-08-15T20:15:07.018" v="268"/>
          <ac:spMkLst>
            <pc:docMk/>
            <pc:sldMk cId="4226685804" sldId="264"/>
            <ac:spMk id="9" creationId="{ED625E73-392E-42B1-871F-E9F24731022E}"/>
          </ac:spMkLst>
        </pc:spChg>
        <pc:spChg chg="add mod">
          <ac:chgData name="M.I Valli Mahomed" userId="5885619c4cde3295" providerId="LiveId" clId="{DC4943F9-55EF-4E17-9000-90D76EEBC2EC}" dt="2026-08-15T20:15:07.018" v="274"/>
          <ac:spMkLst>
            <pc:docMk/>
            <pc:sldMk cId="4226685804" sldId="264"/>
            <ac:spMk id="10" creationId="{D6B9DB5A-6A99-4651-8DA2-AD0BF04E631B}"/>
          </ac:spMkLst>
        </pc:spChg>
        <pc:spChg chg="add mod">
          <ac:chgData name="M.I Valli Mahomed" userId="5885619c4cde3295" providerId="LiveId" clId="{DC4943F9-55EF-4E17-9000-90D76EEBC2EC}" dt="2026-08-15T20:15:07.018" v="286"/>
          <ac:spMkLst>
            <pc:docMk/>
            <pc:sldMk cId="4226685804" sldId="264"/>
            <ac:spMk id="11" creationId="{1C34A2C2-5ED7-47AF-A6FB-BBA00B3A0F5C}"/>
          </ac:spMkLst>
        </pc:spChg>
        <pc:spChg chg="add mod">
          <ac:chgData name="M.I Valli Mahomed" userId="5885619c4cde3295" providerId="LiveId" clId="{DC4943F9-55EF-4E17-9000-90D76EEBC2EC}" dt="2026-08-15T20:15:07.030" v="292"/>
          <ac:spMkLst>
            <pc:docMk/>
            <pc:sldMk cId="4226685804" sldId="264"/>
            <ac:spMk id="12" creationId="{B41E7CD4-BE68-4EA7-9D51-F320578AD5B2}"/>
          </ac:spMkLst>
        </pc:spChg>
        <pc:spChg chg="add mod">
          <ac:chgData name="M.I Valli Mahomed" userId="5885619c4cde3295" providerId="LiveId" clId="{DC4943F9-55EF-4E17-9000-90D76EEBC2EC}" dt="2026-08-15T20:15:07.035" v="304"/>
          <ac:spMkLst>
            <pc:docMk/>
            <pc:sldMk cId="4226685804" sldId="264"/>
            <ac:spMk id="13" creationId="{5F3544D6-21BE-4B4A-A520-7D58909D48D8}"/>
          </ac:spMkLst>
        </pc:spChg>
        <pc:spChg chg="add mod">
          <ac:chgData name="M.I Valli Mahomed" userId="5885619c4cde3295" providerId="LiveId" clId="{DC4943F9-55EF-4E17-9000-90D76EEBC2EC}" dt="2026-08-15T20:15:07.035" v="310"/>
          <ac:spMkLst>
            <pc:docMk/>
            <pc:sldMk cId="4226685804" sldId="264"/>
            <ac:spMk id="14" creationId="{94799117-D829-4C74-B927-CA020CFF0822}"/>
          </ac:spMkLst>
        </pc:spChg>
        <pc:spChg chg="add mod">
          <ac:chgData name="M.I Valli Mahomed" userId="5885619c4cde3295" providerId="LiveId" clId="{DC4943F9-55EF-4E17-9000-90D76EEBC2EC}" dt="2026-08-15T20:15:07.035" v="322"/>
          <ac:spMkLst>
            <pc:docMk/>
            <pc:sldMk cId="4226685804" sldId="264"/>
            <ac:spMk id="15" creationId="{27EDD2ED-69F5-416F-BC44-B5CC15A4CA1A}"/>
          </ac:spMkLst>
        </pc:spChg>
        <pc:spChg chg="add mod">
          <ac:chgData name="M.I Valli Mahomed" userId="5885619c4cde3295" providerId="LiveId" clId="{DC4943F9-55EF-4E17-9000-90D76EEBC2EC}" dt="2026-08-15T20:15:07.035" v="328"/>
          <ac:spMkLst>
            <pc:docMk/>
            <pc:sldMk cId="4226685804" sldId="264"/>
            <ac:spMk id="16" creationId="{F599B887-853C-4C35-8FD9-723B53DDEB8A}"/>
          </ac:spMkLst>
        </pc:spChg>
        <pc:spChg chg="add mod">
          <ac:chgData name="M.I Valli Mahomed" userId="5885619c4cde3295" providerId="LiveId" clId="{DC4943F9-55EF-4E17-9000-90D76EEBC2EC}" dt="2026-08-15T20:15:07.035" v="340"/>
          <ac:spMkLst>
            <pc:docMk/>
            <pc:sldMk cId="4226685804" sldId="264"/>
            <ac:spMk id="17" creationId="{48E4F0B6-0D2B-412C-956B-3F0662FBC694}"/>
          </ac:spMkLst>
        </pc:spChg>
        <pc:spChg chg="add mod">
          <ac:chgData name="M.I Valli Mahomed" userId="5885619c4cde3295" providerId="LiveId" clId="{DC4943F9-55EF-4E17-9000-90D76EEBC2EC}" dt="2026-08-15T20:15:07.052" v="346"/>
          <ac:spMkLst>
            <pc:docMk/>
            <pc:sldMk cId="4226685804" sldId="264"/>
            <ac:spMk id="18" creationId="{CE6B1E65-80C5-4E66-B983-95644531B6B2}"/>
          </ac:spMkLst>
        </pc:spChg>
        <pc:spChg chg="add mod">
          <ac:chgData name="M.I Valli Mahomed" userId="5885619c4cde3295" providerId="LiveId" clId="{DC4943F9-55EF-4E17-9000-90D76EEBC2EC}" dt="2026-08-15T20:15:07.052" v="358"/>
          <ac:spMkLst>
            <pc:docMk/>
            <pc:sldMk cId="4226685804" sldId="264"/>
            <ac:spMk id="19" creationId="{D463A231-DAF0-46A3-902B-C13AC42C9695}"/>
          </ac:spMkLst>
        </pc:spChg>
        <pc:spChg chg="add mod">
          <ac:chgData name="M.I Valli Mahomed" userId="5885619c4cde3295" providerId="LiveId" clId="{DC4943F9-55EF-4E17-9000-90D76EEBC2EC}" dt="2026-08-15T20:15:07.052" v="364"/>
          <ac:spMkLst>
            <pc:docMk/>
            <pc:sldMk cId="4226685804" sldId="264"/>
            <ac:spMk id="20" creationId="{5B5F2783-73D9-4DB2-88C8-66B7DAE18BE0}"/>
          </ac:spMkLst>
        </pc:spChg>
        <pc:spChg chg="add mod">
          <ac:chgData name="M.I Valli Mahomed" userId="5885619c4cde3295" providerId="LiveId" clId="{DC4943F9-55EF-4E17-9000-90D76EEBC2EC}" dt="2026-08-15T20:15:07.065" v="376"/>
          <ac:spMkLst>
            <pc:docMk/>
            <pc:sldMk cId="4226685804" sldId="264"/>
            <ac:spMk id="21" creationId="{AC0C095F-984E-46C0-B99F-23441C0BEFCE}"/>
          </ac:spMkLst>
        </pc:spChg>
        <pc:spChg chg="add mod">
          <ac:chgData name="M.I Valli Mahomed" userId="5885619c4cde3295" providerId="LiveId" clId="{DC4943F9-55EF-4E17-9000-90D76EEBC2EC}" dt="2026-08-15T20:15:07.068" v="382"/>
          <ac:spMkLst>
            <pc:docMk/>
            <pc:sldMk cId="4226685804" sldId="264"/>
            <ac:spMk id="22" creationId="{68350004-4EBC-4A79-9F11-F905B1A187BC}"/>
          </ac:spMkLst>
        </pc:spChg>
        <pc:spChg chg="add mod">
          <ac:chgData name="M.I Valli Mahomed" userId="5885619c4cde3295" providerId="LiveId" clId="{DC4943F9-55EF-4E17-9000-90D76EEBC2EC}" dt="2026-08-15T20:15:07.068" v="389"/>
          <ac:spMkLst>
            <pc:docMk/>
            <pc:sldMk cId="4226685804" sldId="264"/>
            <ac:spMk id="23" creationId="{B33F332E-5EE8-47C1-9FEB-62C7E76D8518}"/>
          </ac:spMkLst>
        </pc:spChg>
        <pc:picChg chg="add mod">
          <ac:chgData name="M.I Valli Mahomed" userId="5885619c4cde3295" providerId="LiveId" clId="{DC4943F9-55EF-4E17-9000-90D76EEBC2EC}" dt="2026-08-15T20:33:05.467" v="874"/>
          <ac:picMkLst>
            <pc:docMk/>
            <pc:sldMk cId="4226685804" sldId="264"/>
            <ac:picMk id="24" creationId="{694650D3-7A30-67B3-E09D-5942E6ACC9EB}"/>
          </ac:picMkLst>
        </pc:picChg>
      </pc:sldChg>
      <pc:sldChg chg="addSp modSp new mod">
        <pc:chgData name="M.I Valli Mahomed" userId="5885619c4cde3295" providerId="LiveId" clId="{DC4943F9-55EF-4E17-9000-90D76EEBC2EC}" dt="2026-08-15T20:33:06.167" v="875"/>
        <pc:sldMkLst>
          <pc:docMk/>
          <pc:sldMk cId="480870685" sldId="265"/>
        </pc:sldMkLst>
        <pc:spChg chg="mod">
          <ac:chgData name="M.I Valli Mahomed" userId="5885619c4cde3295" providerId="LiveId" clId="{DC4943F9-55EF-4E17-9000-90D76EEBC2EC}" dt="2026-08-15T20:15:30.860" v="399"/>
          <ac:spMkLst>
            <pc:docMk/>
            <pc:sldMk cId="480870685" sldId="265"/>
            <ac:spMk id="2" creationId="{6FA77CA5-760B-CABC-4EBC-035E52E58365}"/>
          </ac:spMkLst>
        </pc:spChg>
        <pc:spChg chg="add mod">
          <ac:chgData name="M.I Valli Mahomed" userId="5885619c4cde3295" providerId="LiveId" clId="{DC4943F9-55EF-4E17-9000-90D76EEBC2EC}" dt="2026-08-15T20:15:30.860" v="403"/>
          <ac:spMkLst>
            <pc:docMk/>
            <pc:sldMk cId="480870685" sldId="265"/>
            <ac:spMk id="3" creationId="{400E1422-3971-4F73-AF7C-4C805DC6315C}"/>
          </ac:spMkLst>
        </pc:spChg>
        <pc:spChg chg="add mod">
          <ac:chgData name="M.I Valli Mahomed" userId="5885619c4cde3295" providerId="LiveId" clId="{DC4943F9-55EF-4E17-9000-90D76EEBC2EC}" dt="2026-08-15T20:19:45.432" v="834"/>
          <ac:spMkLst>
            <pc:docMk/>
            <pc:sldMk cId="480870685" sldId="265"/>
            <ac:spMk id="4" creationId="{3F4746D3-16A1-45D6-B898-10D22713E164}"/>
          </ac:spMkLst>
        </pc:spChg>
        <pc:spChg chg="add mod">
          <ac:chgData name="M.I Valli Mahomed" userId="5885619c4cde3295" providerId="LiveId" clId="{DC4943F9-55EF-4E17-9000-90D76EEBC2EC}" dt="2026-08-15T20:15:30.877" v="416"/>
          <ac:spMkLst>
            <pc:docMk/>
            <pc:sldMk cId="480870685" sldId="265"/>
            <ac:spMk id="5" creationId="{309C31B3-99A3-42E4-A97C-83990A0DE109}"/>
          </ac:spMkLst>
        </pc:spChg>
        <pc:spChg chg="add mod">
          <ac:chgData name="M.I Valli Mahomed" userId="5885619c4cde3295" providerId="LiveId" clId="{DC4943F9-55EF-4E17-9000-90D76EEBC2EC}" dt="2026-08-15T20:15:30.877" v="420"/>
          <ac:spMkLst>
            <pc:docMk/>
            <pc:sldMk cId="480870685" sldId="265"/>
            <ac:spMk id="6" creationId="{C8C3EA7F-4894-46FA-BE35-CE9A2CC0605D}"/>
          </ac:spMkLst>
        </pc:spChg>
        <pc:spChg chg="add mod">
          <ac:chgData name="M.I Valli Mahomed" userId="5885619c4cde3295" providerId="LiveId" clId="{DC4943F9-55EF-4E17-9000-90D76EEBC2EC}" dt="2026-08-15T20:15:30.877" v="427"/>
          <ac:spMkLst>
            <pc:docMk/>
            <pc:sldMk cId="480870685" sldId="265"/>
            <ac:spMk id="7" creationId="{7EC37F45-BAD4-4020-A1BE-64820522B053}"/>
          </ac:spMkLst>
        </pc:spChg>
        <pc:spChg chg="add mod">
          <ac:chgData name="M.I Valli Mahomed" userId="5885619c4cde3295" providerId="LiveId" clId="{DC4943F9-55EF-4E17-9000-90D76EEBC2EC}" dt="2026-08-15T20:15:30.877" v="433"/>
          <ac:spMkLst>
            <pc:docMk/>
            <pc:sldMk cId="480870685" sldId="265"/>
            <ac:spMk id="8" creationId="{1323E25F-1836-4959-80C4-249CC2379D0E}"/>
          </ac:spMkLst>
        </pc:spChg>
        <pc:spChg chg="add mod">
          <ac:chgData name="M.I Valli Mahomed" userId="5885619c4cde3295" providerId="LiveId" clId="{DC4943F9-55EF-4E17-9000-90D76EEBC2EC}" dt="2026-08-15T20:15:30.877" v="437"/>
          <ac:spMkLst>
            <pc:docMk/>
            <pc:sldMk cId="480870685" sldId="265"/>
            <ac:spMk id="9" creationId="{0DCDF613-8810-4F79-95C0-078959E9ED5F}"/>
          </ac:spMkLst>
        </pc:spChg>
        <pc:spChg chg="add mod">
          <ac:chgData name="M.I Valli Mahomed" userId="5885619c4cde3295" providerId="LiveId" clId="{DC4943F9-55EF-4E17-9000-90D76EEBC2EC}" dt="2026-08-15T20:18:53.480" v="777"/>
          <ac:spMkLst>
            <pc:docMk/>
            <pc:sldMk cId="480870685" sldId="265"/>
            <ac:spMk id="10" creationId="{18897C78-811E-40F4-A1F9-B9D0405B17D9}"/>
          </ac:spMkLst>
        </pc:spChg>
        <pc:spChg chg="add mod">
          <ac:chgData name="M.I Valli Mahomed" userId="5885619c4cde3295" providerId="LiveId" clId="{DC4943F9-55EF-4E17-9000-90D76EEBC2EC}" dt="2026-08-15T20:15:30.894" v="450"/>
          <ac:spMkLst>
            <pc:docMk/>
            <pc:sldMk cId="480870685" sldId="265"/>
            <ac:spMk id="11" creationId="{C46D392D-8049-4A3F-B814-87CEBE5BFDDE}"/>
          </ac:spMkLst>
        </pc:spChg>
        <pc:spChg chg="add mod">
          <ac:chgData name="M.I Valli Mahomed" userId="5885619c4cde3295" providerId="LiveId" clId="{DC4943F9-55EF-4E17-9000-90D76EEBC2EC}" dt="2026-08-15T20:15:30.894" v="454"/>
          <ac:spMkLst>
            <pc:docMk/>
            <pc:sldMk cId="480870685" sldId="265"/>
            <ac:spMk id="12" creationId="{6A19C2F9-DF55-441D-BAEA-0F211286438E}"/>
          </ac:spMkLst>
        </pc:spChg>
        <pc:spChg chg="add mod">
          <ac:chgData name="M.I Valli Mahomed" userId="5885619c4cde3295" providerId="LiveId" clId="{DC4943F9-55EF-4E17-9000-90D76EEBC2EC}" dt="2026-08-15T20:18:53.480" v="778"/>
          <ac:spMkLst>
            <pc:docMk/>
            <pc:sldMk cId="480870685" sldId="265"/>
            <ac:spMk id="13" creationId="{664D9906-730E-4DF7-8FFE-541CC475B12B}"/>
          </ac:spMkLst>
        </pc:spChg>
        <pc:spChg chg="add mod">
          <ac:chgData name="M.I Valli Mahomed" userId="5885619c4cde3295" providerId="LiveId" clId="{DC4943F9-55EF-4E17-9000-90D76EEBC2EC}" dt="2026-08-15T20:15:30.894" v="467"/>
          <ac:spMkLst>
            <pc:docMk/>
            <pc:sldMk cId="480870685" sldId="265"/>
            <ac:spMk id="14" creationId="{3272A7DA-3707-4EA2-B14F-B38A836EF5BC}"/>
          </ac:spMkLst>
        </pc:spChg>
        <pc:spChg chg="add mod">
          <ac:chgData name="M.I Valli Mahomed" userId="5885619c4cde3295" providerId="LiveId" clId="{DC4943F9-55EF-4E17-9000-90D76EEBC2EC}" dt="2026-08-15T20:15:30.905" v="471"/>
          <ac:spMkLst>
            <pc:docMk/>
            <pc:sldMk cId="480870685" sldId="265"/>
            <ac:spMk id="15" creationId="{66BB1171-E6E4-4648-A566-A52425C5B31F}"/>
          </ac:spMkLst>
        </pc:spChg>
        <pc:spChg chg="add mod">
          <ac:chgData name="M.I Valli Mahomed" userId="5885619c4cde3295" providerId="LiveId" clId="{DC4943F9-55EF-4E17-9000-90D76EEBC2EC}" dt="2026-08-15T20:18:53.480" v="779"/>
          <ac:spMkLst>
            <pc:docMk/>
            <pc:sldMk cId="480870685" sldId="265"/>
            <ac:spMk id="16" creationId="{2BF8E41D-5259-41D3-BB0B-0EFE0A764627}"/>
          </ac:spMkLst>
        </pc:spChg>
        <pc:spChg chg="add mod">
          <ac:chgData name="M.I Valli Mahomed" userId="5885619c4cde3295" providerId="LiveId" clId="{DC4943F9-55EF-4E17-9000-90D76EEBC2EC}" dt="2026-08-15T20:15:30.910" v="484"/>
          <ac:spMkLst>
            <pc:docMk/>
            <pc:sldMk cId="480870685" sldId="265"/>
            <ac:spMk id="17" creationId="{2A10C8AB-1624-4EF0-9BE2-32496280AAB0}"/>
          </ac:spMkLst>
        </pc:spChg>
        <pc:picChg chg="add mod">
          <ac:chgData name="M.I Valli Mahomed" userId="5885619c4cde3295" providerId="LiveId" clId="{DC4943F9-55EF-4E17-9000-90D76EEBC2EC}" dt="2026-08-15T20:33:06.167" v="875"/>
          <ac:picMkLst>
            <pc:docMk/>
            <pc:sldMk cId="480870685" sldId="265"/>
            <ac:picMk id="18" creationId="{B69A8B23-EA7A-5D70-275F-380ECD05F35E}"/>
          </ac:picMkLst>
        </pc:picChg>
      </pc:sldChg>
      <pc:sldChg chg="addSp modSp new del mod">
        <pc:chgData name="M.I Valli Mahomed" userId="5885619c4cde3295" providerId="LiveId" clId="{DC4943F9-55EF-4E17-9000-90D76EEBC2EC}" dt="2026-08-15T20:20:14.403" v="836"/>
        <pc:sldMkLst>
          <pc:docMk/>
          <pc:sldMk cId="2726144767" sldId="266"/>
        </pc:sldMkLst>
        <pc:spChg chg="mod">
          <ac:chgData name="M.I Valli Mahomed" userId="5885619c4cde3295" providerId="LiveId" clId="{DC4943F9-55EF-4E17-9000-90D76EEBC2EC}" dt="2026-08-15T20:17:35.135" v="494"/>
          <ac:spMkLst>
            <pc:docMk/>
            <pc:sldMk cId="2726144767" sldId="266"/>
            <ac:spMk id="2" creationId="{CF438A76-C62C-C94F-CD85-C9B5A15DE185}"/>
          </ac:spMkLst>
        </pc:spChg>
        <pc:spChg chg="add mod">
          <ac:chgData name="M.I Valli Mahomed" userId="5885619c4cde3295" providerId="LiveId" clId="{DC4943F9-55EF-4E17-9000-90D76EEBC2EC}" dt="2026-08-15T20:17:35.135" v="498"/>
          <ac:spMkLst>
            <pc:docMk/>
            <pc:sldMk cId="2726144767" sldId="266"/>
            <ac:spMk id="3" creationId="{571B2B0C-D052-4F6E-B678-EC177E7F9F1B}"/>
          </ac:spMkLst>
        </pc:spChg>
        <pc:spChg chg="add mod">
          <ac:chgData name="M.I Valli Mahomed" userId="5885619c4cde3295" providerId="LiveId" clId="{DC4943F9-55EF-4E17-9000-90D76EEBC2EC}" dt="2026-08-15T20:17:35.135" v="505"/>
          <ac:spMkLst>
            <pc:docMk/>
            <pc:sldMk cId="2726144767" sldId="266"/>
            <ac:spMk id="4" creationId="{9AA55B83-8816-467E-B688-D19F9136D8C6}"/>
          </ac:spMkLst>
        </pc:spChg>
        <pc:spChg chg="add mod">
          <ac:chgData name="M.I Valli Mahomed" userId="5885619c4cde3295" providerId="LiveId" clId="{DC4943F9-55EF-4E17-9000-90D76EEBC2EC}" dt="2026-08-15T20:17:35.150" v="511"/>
          <ac:spMkLst>
            <pc:docMk/>
            <pc:sldMk cId="2726144767" sldId="266"/>
            <ac:spMk id="5" creationId="{08B1BE48-11C1-4B0D-855F-2C07B576CEBD}"/>
          </ac:spMkLst>
        </pc:spChg>
        <pc:spChg chg="add mod">
          <ac:chgData name="M.I Valli Mahomed" userId="5885619c4cde3295" providerId="LiveId" clId="{DC4943F9-55EF-4E17-9000-90D76EEBC2EC}" dt="2026-08-15T20:18:53.491" v="780"/>
          <ac:spMkLst>
            <pc:docMk/>
            <pc:sldMk cId="2726144767" sldId="266"/>
            <ac:spMk id="8" creationId="{7AE166B0-9248-42EC-AF03-F5D6DD3E9CA9}"/>
          </ac:spMkLst>
        </pc:spChg>
        <pc:graphicFrameChg chg="add">
          <ac:chgData name="M.I Valli Mahomed" userId="5885619c4cde3295" providerId="LiveId" clId="{DC4943F9-55EF-4E17-9000-90D76EEBC2EC}" dt="2026-08-15T20:17:35.156" v="512"/>
          <ac:graphicFrameMkLst>
            <pc:docMk/>
            <pc:sldMk cId="2726144767" sldId="266"/>
            <ac:graphicFrameMk id="7" creationId="{20940676-7BB7-4FB3-B2B9-C6D1F117F2D0}"/>
          </ac:graphicFrameMkLst>
        </pc:graphicFrameChg>
      </pc:sldChg>
      <pc:sldChg chg="addSp modSp new mod">
        <pc:chgData name="M.I Valli Mahomed" userId="5885619c4cde3295" providerId="LiveId" clId="{DC4943F9-55EF-4E17-9000-90D76EEBC2EC}" dt="2026-08-15T20:33:06.884" v="877"/>
        <pc:sldMkLst>
          <pc:docMk/>
          <pc:sldMk cId="119434244" sldId="267"/>
        </pc:sldMkLst>
        <pc:spChg chg="mod">
          <ac:chgData name="M.I Valli Mahomed" userId="5885619c4cde3295" providerId="LiveId" clId="{DC4943F9-55EF-4E17-9000-90D76EEBC2EC}" dt="2026-08-15T20:18:10.872" v="529"/>
          <ac:spMkLst>
            <pc:docMk/>
            <pc:sldMk cId="119434244" sldId="267"/>
            <ac:spMk id="2" creationId="{0EC925D1-201C-4A2A-E81E-56FCB8414E89}"/>
          </ac:spMkLst>
        </pc:spChg>
        <pc:spChg chg="add mod">
          <ac:chgData name="M.I Valli Mahomed" userId="5885619c4cde3295" providerId="LiveId" clId="{DC4943F9-55EF-4E17-9000-90D76EEBC2EC}" dt="2026-08-15T20:18:10.872" v="533"/>
          <ac:spMkLst>
            <pc:docMk/>
            <pc:sldMk cId="119434244" sldId="267"/>
            <ac:spMk id="3" creationId="{52EFB36F-9D2E-469D-817B-B226D953F3AD}"/>
          </ac:spMkLst>
        </pc:spChg>
        <pc:spChg chg="add mod">
          <ac:chgData name="M.I Valli Mahomed" userId="5885619c4cde3295" providerId="LiveId" clId="{DC4943F9-55EF-4E17-9000-90D76EEBC2EC}" dt="2026-08-15T20:18:10.872" v="540"/>
          <ac:spMkLst>
            <pc:docMk/>
            <pc:sldMk cId="119434244" sldId="267"/>
            <ac:spMk id="4" creationId="{FEC46C62-E344-4830-88DB-DFCBCD6D4723}"/>
          </ac:spMkLst>
        </pc:spChg>
        <pc:spChg chg="add mod">
          <ac:chgData name="M.I Valli Mahomed" userId="5885619c4cde3295" providerId="LiveId" clId="{DC4943F9-55EF-4E17-9000-90D76EEBC2EC}" dt="2026-08-15T20:18:10.872" v="546"/>
          <ac:spMkLst>
            <pc:docMk/>
            <pc:sldMk cId="119434244" sldId="267"/>
            <ac:spMk id="5" creationId="{8A549F23-B2CF-48ED-A134-FDA54FB4E0C9}"/>
          </ac:spMkLst>
        </pc:spChg>
        <pc:spChg chg="add mod">
          <ac:chgData name="M.I Valli Mahomed" userId="5885619c4cde3295" providerId="LiveId" clId="{DC4943F9-55EF-4E17-9000-90D76EEBC2EC}" dt="2026-08-15T20:18:10.872" v="550"/>
          <ac:spMkLst>
            <pc:docMk/>
            <pc:sldMk cId="119434244" sldId="267"/>
            <ac:spMk id="6" creationId="{1BE66B91-AE1A-4067-AEE2-FAF3292920E4}"/>
          </ac:spMkLst>
        </pc:spChg>
        <pc:spChg chg="add mod">
          <ac:chgData name="M.I Valli Mahomed" userId="5885619c4cde3295" providerId="LiveId" clId="{DC4943F9-55EF-4E17-9000-90D76EEBC2EC}" dt="2026-08-15T20:18:10.888" v="557"/>
          <ac:spMkLst>
            <pc:docMk/>
            <pc:sldMk cId="119434244" sldId="267"/>
            <ac:spMk id="7" creationId="{D117C977-F1B3-4587-A1FD-2F19B6DBC050}"/>
          </ac:spMkLst>
        </pc:spChg>
        <pc:spChg chg="add mod">
          <ac:chgData name="M.I Valli Mahomed" userId="5885619c4cde3295" providerId="LiveId" clId="{DC4943F9-55EF-4E17-9000-90D76EEBC2EC}" dt="2026-08-15T20:18:10.888" v="563"/>
          <ac:spMkLst>
            <pc:docMk/>
            <pc:sldMk cId="119434244" sldId="267"/>
            <ac:spMk id="8" creationId="{35DF7E85-E151-4F02-958B-052D5FFCF7E4}"/>
          </ac:spMkLst>
        </pc:spChg>
        <pc:spChg chg="add mod">
          <ac:chgData name="M.I Valli Mahomed" userId="5885619c4cde3295" providerId="LiveId" clId="{DC4943F9-55EF-4E17-9000-90D76EEBC2EC}" dt="2026-08-15T20:18:10.888" v="567"/>
          <ac:spMkLst>
            <pc:docMk/>
            <pc:sldMk cId="119434244" sldId="267"/>
            <ac:spMk id="9" creationId="{79CBCF04-B182-466A-947F-16538C916404}"/>
          </ac:spMkLst>
        </pc:spChg>
        <pc:spChg chg="add mod">
          <ac:chgData name="M.I Valli Mahomed" userId="5885619c4cde3295" providerId="LiveId" clId="{DC4943F9-55EF-4E17-9000-90D76EEBC2EC}" dt="2026-08-15T20:18:10.888" v="574"/>
          <ac:spMkLst>
            <pc:docMk/>
            <pc:sldMk cId="119434244" sldId="267"/>
            <ac:spMk id="10" creationId="{69D616D8-2455-44E7-94F9-C0E7F5DF8459}"/>
          </ac:spMkLst>
        </pc:spChg>
        <pc:spChg chg="add mod">
          <ac:chgData name="M.I Valli Mahomed" userId="5885619c4cde3295" providerId="LiveId" clId="{DC4943F9-55EF-4E17-9000-90D76EEBC2EC}" dt="2026-08-15T20:18:10.888" v="580"/>
          <ac:spMkLst>
            <pc:docMk/>
            <pc:sldMk cId="119434244" sldId="267"/>
            <ac:spMk id="11" creationId="{9246E9ED-7C19-4204-8056-194CBA5BC3C0}"/>
          </ac:spMkLst>
        </pc:spChg>
        <pc:spChg chg="add mod">
          <ac:chgData name="M.I Valli Mahomed" userId="5885619c4cde3295" providerId="LiveId" clId="{DC4943F9-55EF-4E17-9000-90D76EEBC2EC}" dt="2026-08-15T20:18:10.888" v="584"/>
          <ac:spMkLst>
            <pc:docMk/>
            <pc:sldMk cId="119434244" sldId="267"/>
            <ac:spMk id="12" creationId="{C73B7287-503A-419D-83BD-1E0CB462E7AF}"/>
          </ac:spMkLst>
        </pc:spChg>
        <pc:spChg chg="add mod">
          <ac:chgData name="M.I Valli Mahomed" userId="5885619c4cde3295" providerId="LiveId" clId="{DC4943F9-55EF-4E17-9000-90D76EEBC2EC}" dt="2026-08-15T20:18:10.904" v="591"/>
          <ac:spMkLst>
            <pc:docMk/>
            <pc:sldMk cId="119434244" sldId="267"/>
            <ac:spMk id="13" creationId="{D62D9A5D-A50F-414F-AD89-C65ED889B1C4}"/>
          </ac:spMkLst>
        </pc:spChg>
        <pc:spChg chg="add mod">
          <ac:chgData name="M.I Valli Mahomed" userId="5885619c4cde3295" providerId="LiveId" clId="{DC4943F9-55EF-4E17-9000-90D76EEBC2EC}" dt="2026-08-15T20:18:10.904" v="597"/>
          <ac:spMkLst>
            <pc:docMk/>
            <pc:sldMk cId="119434244" sldId="267"/>
            <ac:spMk id="14" creationId="{0753013F-EE08-4DA1-B909-71B117BE3696}"/>
          </ac:spMkLst>
        </pc:spChg>
        <pc:spChg chg="add mod">
          <ac:chgData name="M.I Valli Mahomed" userId="5885619c4cde3295" providerId="LiveId" clId="{DC4943F9-55EF-4E17-9000-90D76EEBC2EC}" dt="2026-08-15T20:18:10.904" v="601"/>
          <ac:spMkLst>
            <pc:docMk/>
            <pc:sldMk cId="119434244" sldId="267"/>
            <ac:spMk id="15" creationId="{A0885C85-20A1-4B30-9BA3-C57C7E73437E}"/>
          </ac:spMkLst>
        </pc:spChg>
        <pc:spChg chg="add mod">
          <ac:chgData name="M.I Valli Mahomed" userId="5885619c4cde3295" providerId="LiveId" clId="{DC4943F9-55EF-4E17-9000-90D76EEBC2EC}" dt="2026-08-15T20:18:10.904" v="608"/>
          <ac:spMkLst>
            <pc:docMk/>
            <pc:sldMk cId="119434244" sldId="267"/>
            <ac:spMk id="16" creationId="{0E30F794-1492-4ACD-B8CB-10EEF1136BE6}"/>
          </ac:spMkLst>
        </pc:spChg>
        <pc:spChg chg="add mod">
          <ac:chgData name="M.I Valli Mahomed" userId="5885619c4cde3295" providerId="LiveId" clId="{DC4943F9-55EF-4E17-9000-90D76EEBC2EC}" dt="2026-08-15T20:18:10.904" v="614"/>
          <ac:spMkLst>
            <pc:docMk/>
            <pc:sldMk cId="119434244" sldId="267"/>
            <ac:spMk id="17" creationId="{258C0BA7-8DBA-48AC-9056-569DE04942CF}"/>
          </ac:spMkLst>
        </pc:spChg>
        <pc:spChg chg="add mod">
          <ac:chgData name="M.I Valli Mahomed" userId="5885619c4cde3295" providerId="LiveId" clId="{DC4943F9-55EF-4E17-9000-90D76EEBC2EC}" dt="2026-08-15T20:18:10.904" v="618"/>
          <ac:spMkLst>
            <pc:docMk/>
            <pc:sldMk cId="119434244" sldId="267"/>
            <ac:spMk id="18" creationId="{7B417B49-FF1C-42AD-B6EF-3E9BE0E9BEC5}"/>
          </ac:spMkLst>
        </pc:spChg>
        <pc:spChg chg="add mod">
          <ac:chgData name="M.I Valli Mahomed" userId="5885619c4cde3295" providerId="LiveId" clId="{DC4943F9-55EF-4E17-9000-90D76EEBC2EC}" dt="2026-08-15T20:18:10.921" v="625"/>
          <ac:spMkLst>
            <pc:docMk/>
            <pc:sldMk cId="119434244" sldId="267"/>
            <ac:spMk id="19" creationId="{BDD5A22A-7A6D-490E-9D6A-CEFD1985C513}"/>
          </ac:spMkLst>
        </pc:spChg>
        <pc:spChg chg="add mod">
          <ac:chgData name="M.I Valli Mahomed" userId="5885619c4cde3295" providerId="LiveId" clId="{DC4943F9-55EF-4E17-9000-90D76EEBC2EC}" dt="2026-08-15T20:18:10.921" v="631"/>
          <ac:spMkLst>
            <pc:docMk/>
            <pc:sldMk cId="119434244" sldId="267"/>
            <ac:spMk id="20" creationId="{60F351E5-2404-4B34-8F1A-C9D1447FF456}"/>
          </ac:spMkLst>
        </pc:spChg>
        <pc:picChg chg="add mod">
          <ac:chgData name="M.I Valli Mahomed" userId="5885619c4cde3295" providerId="LiveId" clId="{DC4943F9-55EF-4E17-9000-90D76EEBC2EC}" dt="2026-08-15T20:33:06.884" v="877"/>
          <ac:picMkLst>
            <pc:docMk/>
            <pc:sldMk cId="119434244" sldId="267"/>
            <ac:picMk id="21" creationId="{1320BA2D-9D65-0002-5FA0-FB6B0DF6C343}"/>
          </ac:picMkLst>
        </pc:picChg>
      </pc:sldChg>
      <pc:sldChg chg="addSp delSp modSp new mod">
        <pc:chgData name="M.I Valli Mahomed" userId="5885619c4cde3295" providerId="LiveId" clId="{DC4943F9-55EF-4E17-9000-90D76EEBC2EC}" dt="2026-08-15T20:37:12.914" v="920" actId="478"/>
        <pc:sldMkLst>
          <pc:docMk/>
          <pc:sldMk cId="2305910442" sldId="268"/>
        </pc:sldMkLst>
        <pc:spChg chg="mod">
          <ac:chgData name="M.I Valli Mahomed" userId="5885619c4cde3295" providerId="LiveId" clId="{DC4943F9-55EF-4E17-9000-90D76EEBC2EC}" dt="2026-08-15T20:18:35.627" v="641"/>
          <ac:spMkLst>
            <pc:docMk/>
            <pc:sldMk cId="2305910442" sldId="268"/>
            <ac:spMk id="2" creationId="{AFE22C4A-44F8-9F9C-6176-79BBDA941AEC}"/>
          </ac:spMkLst>
        </pc:spChg>
        <pc:spChg chg="add mod ord">
          <ac:chgData name="M.I Valli Mahomed" userId="5885619c4cde3295" providerId="LiveId" clId="{DC4943F9-55EF-4E17-9000-90D76EEBC2EC}" dt="2026-08-15T20:33:33.680" v="882"/>
          <ac:spMkLst>
            <pc:docMk/>
            <pc:sldMk cId="2305910442" sldId="268"/>
            <ac:spMk id="3" creationId="{3C70F40E-A617-493B-B892-1B7C607708B8}"/>
          </ac:spMkLst>
        </pc:spChg>
        <pc:spChg chg="add mod">
          <ac:chgData name="M.I Valli Mahomed" userId="5885619c4cde3295" providerId="LiveId" clId="{DC4943F9-55EF-4E17-9000-90D76EEBC2EC}" dt="2026-08-15T20:33:33.680" v="883"/>
          <ac:spMkLst>
            <pc:docMk/>
            <pc:sldMk cId="2305910442" sldId="268"/>
            <ac:spMk id="4" creationId="{2F88ECA8-6AC7-4D0E-8C1F-8BFA9C13B1C8}"/>
          </ac:spMkLst>
        </pc:spChg>
        <pc:spChg chg="add mod">
          <ac:chgData name="M.I Valli Mahomed" userId="5885619c4cde3295" providerId="LiveId" clId="{DC4943F9-55EF-4E17-9000-90D76EEBC2EC}" dt="2026-08-15T20:33:33.680" v="884"/>
          <ac:spMkLst>
            <pc:docMk/>
            <pc:sldMk cId="2305910442" sldId="268"/>
            <ac:spMk id="5" creationId="{DEBCD662-80C5-4C7F-B4D4-90C946FCA8AA}"/>
          </ac:spMkLst>
        </pc:spChg>
        <pc:spChg chg="add mod">
          <ac:chgData name="M.I Valli Mahomed" userId="5885619c4cde3295" providerId="LiveId" clId="{DC4943F9-55EF-4E17-9000-90D76EEBC2EC}" dt="2026-08-15T20:33:33.680" v="885"/>
          <ac:spMkLst>
            <pc:docMk/>
            <pc:sldMk cId="2305910442" sldId="268"/>
            <ac:spMk id="6" creationId="{AC49F55C-C8BD-4679-A1FE-346CCFE8995C}"/>
          </ac:spMkLst>
        </pc:spChg>
        <pc:spChg chg="add mod">
          <ac:chgData name="M.I Valli Mahomed" userId="5885619c4cde3295" providerId="LiveId" clId="{DC4943F9-55EF-4E17-9000-90D76EEBC2EC}" dt="2026-08-15T20:33:33.680" v="886"/>
          <ac:spMkLst>
            <pc:docMk/>
            <pc:sldMk cId="2305910442" sldId="268"/>
            <ac:spMk id="7" creationId="{D7F64383-17EC-479E-BC03-809F3FB841F6}"/>
          </ac:spMkLst>
        </pc:spChg>
        <pc:spChg chg="add mod">
          <ac:chgData name="M.I Valli Mahomed" userId="5885619c4cde3295" providerId="LiveId" clId="{DC4943F9-55EF-4E17-9000-90D76EEBC2EC}" dt="2026-08-15T20:33:33.680" v="887"/>
          <ac:spMkLst>
            <pc:docMk/>
            <pc:sldMk cId="2305910442" sldId="268"/>
            <ac:spMk id="8" creationId="{E0EA7089-27F6-4C85-BF18-F7BC6A48F145}"/>
          </ac:spMkLst>
        </pc:spChg>
        <pc:spChg chg="add mod">
          <ac:chgData name="M.I Valli Mahomed" userId="5885619c4cde3295" providerId="LiveId" clId="{DC4943F9-55EF-4E17-9000-90D76EEBC2EC}" dt="2026-08-15T20:33:33.680" v="888"/>
          <ac:spMkLst>
            <pc:docMk/>
            <pc:sldMk cId="2305910442" sldId="268"/>
            <ac:spMk id="9" creationId="{DA79DD7F-F325-464A-A568-0F5BA231C8C3}"/>
          </ac:spMkLst>
        </pc:spChg>
        <pc:spChg chg="add mod ord">
          <ac:chgData name="M.I Valli Mahomed" userId="5885619c4cde3295" providerId="LiveId" clId="{DC4943F9-55EF-4E17-9000-90D76EEBC2EC}" dt="2026-08-15T20:33:33.680" v="881"/>
          <ac:spMkLst>
            <pc:docMk/>
            <pc:sldMk cId="2305910442" sldId="268"/>
            <ac:spMk id="10" creationId="{323EB14B-3245-4C89-A41F-5B1D3CE2694F}"/>
          </ac:spMkLst>
        </pc:spChg>
        <pc:spChg chg="add mod">
          <ac:chgData name="M.I Valli Mahomed" userId="5885619c4cde3295" providerId="LiveId" clId="{DC4943F9-55EF-4E17-9000-90D76EEBC2EC}" dt="2026-08-15T20:33:33.680" v="889"/>
          <ac:spMkLst>
            <pc:docMk/>
            <pc:sldMk cId="2305910442" sldId="268"/>
            <ac:spMk id="11" creationId="{6B730080-3369-4973-BE25-719CEFE170D5}"/>
          </ac:spMkLst>
        </pc:spChg>
        <pc:spChg chg="add mod">
          <ac:chgData name="M.I Valli Mahomed" userId="5885619c4cde3295" providerId="LiveId" clId="{DC4943F9-55EF-4E17-9000-90D76EEBC2EC}" dt="2026-08-15T20:33:33.680" v="890"/>
          <ac:spMkLst>
            <pc:docMk/>
            <pc:sldMk cId="2305910442" sldId="268"/>
            <ac:spMk id="12" creationId="{D5B77309-313F-47C8-8F8D-4C1704373FC4}"/>
          </ac:spMkLst>
        </pc:spChg>
        <pc:spChg chg="add mod">
          <ac:chgData name="M.I Valli Mahomed" userId="5885619c4cde3295" providerId="LiveId" clId="{DC4943F9-55EF-4E17-9000-90D76EEBC2EC}" dt="2026-08-15T20:33:33.680" v="891"/>
          <ac:spMkLst>
            <pc:docMk/>
            <pc:sldMk cId="2305910442" sldId="268"/>
            <ac:spMk id="13" creationId="{43B4D474-1C64-4D07-9B0F-7AA22C583C11}"/>
          </ac:spMkLst>
        </pc:spChg>
        <pc:spChg chg="add mod">
          <ac:chgData name="M.I Valli Mahomed" userId="5885619c4cde3295" providerId="LiveId" clId="{DC4943F9-55EF-4E17-9000-90D76EEBC2EC}" dt="2026-08-15T20:33:33.680" v="892"/>
          <ac:spMkLst>
            <pc:docMk/>
            <pc:sldMk cId="2305910442" sldId="268"/>
            <ac:spMk id="14" creationId="{5AB6D3B0-C4DF-459D-822F-50FA65F34FA0}"/>
          </ac:spMkLst>
        </pc:spChg>
        <pc:spChg chg="add mod">
          <ac:chgData name="M.I Valli Mahomed" userId="5885619c4cde3295" providerId="LiveId" clId="{DC4943F9-55EF-4E17-9000-90D76EEBC2EC}" dt="2026-08-15T20:33:33.680" v="893"/>
          <ac:spMkLst>
            <pc:docMk/>
            <pc:sldMk cId="2305910442" sldId="268"/>
            <ac:spMk id="15" creationId="{5092C8C5-2C84-4600-90EB-80D0AD413708}"/>
          </ac:spMkLst>
        </pc:spChg>
        <pc:spChg chg="add mod">
          <ac:chgData name="M.I Valli Mahomed" userId="5885619c4cde3295" providerId="LiveId" clId="{DC4943F9-55EF-4E17-9000-90D76EEBC2EC}" dt="2026-08-15T20:33:33.680" v="894"/>
          <ac:spMkLst>
            <pc:docMk/>
            <pc:sldMk cId="2305910442" sldId="268"/>
            <ac:spMk id="16" creationId="{852A805D-0B43-4FB7-A89C-E4DDA7F87546}"/>
          </ac:spMkLst>
        </pc:spChg>
        <pc:spChg chg="add mod ord">
          <ac:chgData name="M.I Valli Mahomed" userId="5885619c4cde3295" providerId="LiveId" clId="{DC4943F9-55EF-4E17-9000-90D76EEBC2EC}" dt="2026-08-15T20:33:33.680" v="880"/>
          <ac:spMkLst>
            <pc:docMk/>
            <pc:sldMk cId="2305910442" sldId="268"/>
            <ac:spMk id="17" creationId="{6FD695FC-0994-40C0-91A2-658F4401352E}"/>
          </ac:spMkLst>
        </pc:spChg>
        <pc:spChg chg="add mod">
          <ac:chgData name="M.I Valli Mahomed" userId="5885619c4cde3295" providerId="LiveId" clId="{DC4943F9-55EF-4E17-9000-90D76EEBC2EC}" dt="2026-08-15T20:33:33.680" v="895"/>
          <ac:spMkLst>
            <pc:docMk/>
            <pc:sldMk cId="2305910442" sldId="268"/>
            <ac:spMk id="18" creationId="{51275D5F-6170-4AF3-894A-216CE85AF300}"/>
          </ac:spMkLst>
        </pc:spChg>
        <pc:spChg chg="add mod">
          <ac:chgData name="M.I Valli Mahomed" userId="5885619c4cde3295" providerId="LiveId" clId="{DC4943F9-55EF-4E17-9000-90D76EEBC2EC}" dt="2026-08-15T20:33:33.680" v="896"/>
          <ac:spMkLst>
            <pc:docMk/>
            <pc:sldMk cId="2305910442" sldId="268"/>
            <ac:spMk id="19" creationId="{D0090239-769B-48CB-914E-DFB5F5CD2B69}"/>
          </ac:spMkLst>
        </pc:spChg>
        <pc:spChg chg="add mod">
          <ac:chgData name="M.I Valli Mahomed" userId="5885619c4cde3295" providerId="LiveId" clId="{DC4943F9-55EF-4E17-9000-90D76EEBC2EC}" dt="2026-08-15T20:33:33.680" v="897"/>
          <ac:spMkLst>
            <pc:docMk/>
            <pc:sldMk cId="2305910442" sldId="268"/>
            <ac:spMk id="20" creationId="{1D9CAB62-1465-41F2-A9C8-7AF2206D1A7C}"/>
          </ac:spMkLst>
        </pc:spChg>
        <pc:spChg chg="add mod">
          <ac:chgData name="M.I Valli Mahomed" userId="5885619c4cde3295" providerId="LiveId" clId="{DC4943F9-55EF-4E17-9000-90D76EEBC2EC}" dt="2026-08-15T20:33:33.680" v="898"/>
          <ac:spMkLst>
            <pc:docMk/>
            <pc:sldMk cId="2305910442" sldId="268"/>
            <ac:spMk id="21" creationId="{6CF4072A-D165-4E94-A30A-36ACD41BAB1C}"/>
          </ac:spMkLst>
        </pc:spChg>
        <pc:spChg chg="add mod">
          <ac:chgData name="M.I Valli Mahomed" userId="5885619c4cde3295" providerId="LiveId" clId="{DC4943F9-55EF-4E17-9000-90D76EEBC2EC}" dt="2026-08-15T20:33:33.680" v="899"/>
          <ac:spMkLst>
            <pc:docMk/>
            <pc:sldMk cId="2305910442" sldId="268"/>
            <ac:spMk id="22" creationId="{A8E22F1E-B722-4DA2-8070-017447FCB828}"/>
          </ac:spMkLst>
        </pc:spChg>
        <pc:spChg chg="add mod">
          <ac:chgData name="M.I Valli Mahomed" userId="5885619c4cde3295" providerId="LiveId" clId="{DC4943F9-55EF-4E17-9000-90D76EEBC2EC}" dt="2026-08-15T20:33:33.680" v="900"/>
          <ac:spMkLst>
            <pc:docMk/>
            <pc:sldMk cId="2305910442" sldId="268"/>
            <ac:spMk id="23" creationId="{C0530380-4C3B-4B43-85D5-41C3C24D5BAA}"/>
          </ac:spMkLst>
        </pc:spChg>
        <pc:spChg chg="add del mod ord">
          <ac:chgData name="M.I Valli Mahomed" userId="5885619c4cde3295" providerId="LiveId" clId="{DC4943F9-55EF-4E17-9000-90D76EEBC2EC}" dt="2026-08-15T20:37:10.027" v="919" actId="478"/>
          <ac:spMkLst>
            <pc:docMk/>
            <pc:sldMk cId="2305910442" sldId="268"/>
            <ac:spMk id="24" creationId="{FE97EB82-545B-43DC-9A7E-35C97394B773}"/>
          </ac:spMkLst>
        </pc:spChg>
        <pc:spChg chg="add del mod">
          <ac:chgData name="M.I Valli Mahomed" userId="5885619c4cde3295" providerId="LiveId" clId="{DC4943F9-55EF-4E17-9000-90D76EEBC2EC}" dt="2026-08-15T20:37:12.914" v="920" actId="478"/>
          <ac:spMkLst>
            <pc:docMk/>
            <pc:sldMk cId="2305910442" sldId="268"/>
            <ac:spMk id="25" creationId="{221CB730-9217-4522-8222-09C2AD11CF73}"/>
          </ac:spMkLst>
        </pc:spChg>
        <pc:spChg chg="add del mod">
          <ac:chgData name="M.I Valli Mahomed" userId="5885619c4cde3295" providerId="LiveId" clId="{DC4943F9-55EF-4E17-9000-90D76EEBC2EC}" dt="2026-08-15T20:37:06.956" v="917" actId="478"/>
          <ac:spMkLst>
            <pc:docMk/>
            <pc:sldMk cId="2305910442" sldId="268"/>
            <ac:spMk id="26" creationId="{3008C5CC-B63F-4E21-8B46-1F368A72C32C}"/>
          </ac:spMkLst>
        </pc:spChg>
        <pc:spChg chg="add del mod">
          <ac:chgData name="M.I Valli Mahomed" userId="5885619c4cde3295" providerId="LiveId" clId="{DC4943F9-55EF-4E17-9000-90D76EEBC2EC}" dt="2026-08-15T20:37:09.176" v="918" actId="478"/>
          <ac:spMkLst>
            <pc:docMk/>
            <pc:sldMk cId="2305910442" sldId="268"/>
            <ac:spMk id="27" creationId="{ADDBEFBA-CAFC-46F0-8AE2-09282C032374}"/>
          </ac:spMkLst>
        </pc:spChg>
        <pc:spChg chg="add mod">
          <ac:chgData name="M.I Valli Mahomed" userId="5885619c4cde3295" providerId="LiveId" clId="{DC4943F9-55EF-4E17-9000-90D76EEBC2EC}" dt="2026-08-15T20:33:33.693" v="904"/>
          <ac:spMkLst>
            <pc:docMk/>
            <pc:sldMk cId="2305910442" sldId="268"/>
            <ac:spMk id="28" creationId="{67FDCAE5-7464-48AE-9CB0-A53B73C42483}"/>
          </ac:spMkLst>
        </pc:spChg>
        <pc:picChg chg="add mod">
          <ac:chgData name="M.I Valli Mahomed" userId="5885619c4cde3295" providerId="LiveId" clId="{DC4943F9-55EF-4E17-9000-90D76EEBC2EC}" dt="2026-08-15T20:33:06.912" v="878"/>
          <ac:picMkLst>
            <pc:docMk/>
            <pc:sldMk cId="2305910442" sldId="268"/>
            <ac:picMk id="29" creationId="{C9F4ED96-1907-4C94-1672-F4FCD890AB60}"/>
          </ac:picMkLst>
        </pc:picChg>
      </pc:sldChg>
      <pc:sldChg chg="addSp modSp add mod">
        <pc:chgData name="M.I Valli Mahomed" userId="5885619c4cde3295" providerId="LiveId" clId="{DC4943F9-55EF-4E17-9000-90D76EEBC2EC}" dt="2026-08-15T20:33:06.187" v="876"/>
        <pc:sldMkLst>
          <pc:docMk/>
          <pc:sldMk cId="2550379246" sldId="269"/>
        </pc:sldMkLst>
        <pc:spChg chg="mod">
          <ac:chgData name="M.I Valli Mahomed" userId="5885619c4cde3295" providerId="LiveId" clId="{DC4943F9-55EF-4E17-9000-90D76EEBC2EC}" dt="2026-08-15T20:20:39.752" v="839"/>
          <ac:spMkLst>
            <pc:docMk/>
            <pc:sldMk cId="2550379246" sldId="269"/>
            <ac:spMk id="3" creationId="{571B2B0C-D052-4F6E-B678-EC177E7F9F1B}"/>
          </ac:spMkLst>
        </pc:spChg>
        <pc:spChg chg="mod">
          <ac:chgData name="M.I Valli Mahomed" userId="5885619c4cde3295" providerId="LiveId" clId="{DC4943F9-55EF-4E17-9000-90D76EEBC2EC}" dt="2026-08-15T20:20:39.752" v="840"/>
          <ac:spMkLst>
            <pc:docMk/>
            <pc:sldMk cId="2550379246" sldId="269"/>
            <ac:spMk id="5" creationId="{08B1BE48-11C1-4B0D-855F-2C07B576CEBD}"/>
          </ac:spMkLst>
        </pc:spChg>
        <pc:picChg chg="add mod">
          <ac:chgData name="M.I Valli Mahomed" userId="5885619c4cde3295" providerId="LiveId" clId="{DC4943F9-55EF-4E17-9000-90D76EEBC2EC}" dt="2026-08-15T20:33:06.187" v="876"/>
          <ac:picMkLst>
            <pc:docMk/>
            <pc:sldMk cId="2550379246" sldId="269"/>
            <ac:picMk id="6" creationId="{FA92CD16-FC41-F0EF-6CDC-B0981FCA1141}"/>
          </ac:picMkLst>
        </pc:picChg>
      </pc:sldChg>
      <pc:sldChg chg="add del">
        <pc:chgData name="M.I Valli Mahomed" userId="5885619c4cde3295" providerId="LiveId" clId="{DC4943F9-55EF-4E17-9000-90D76EEBC2EC}" dt="2026-08-15T20:27:44.205" v="853"/>
        <pc:sldMkLst>
          <pc:docMk/>
          <pc:sldMk cId="2390100306" sldId="270"/>
        </pc:sldMkLst>
      </pc:sldChg>
      <pc:sldChg chg="add del">
        <pc:chgData name="M.I Valli Mahomed" userId="5885619c4cde3295" providerId="LiveId" clId="{DC4943F9-55EF-4E17-9000-90D76EEBC2EC}" dt="2026-08-15T20:28:28.773" v="855"/>
        <pc:sldMkLst>
          <pc:docMk/>
          <pc:sldMk cId="1716304030" sldId="271"/>
        </pc:sldMkLst>
      </pc:sldChg>
      <pc:sldChg chg="add del">
        <pc:chgData name="M.I Valli Mahomed" userId="5885619c4cde3295" providerId="LiveId" clId="{DC4943F9-55EF-4E17-9000-90D76EEBC2EC}" dt="2026-08-15T20:28:47.657" v="857"/>
        <pc:sldMkLst>
          <pc:docMk/>
          <pc:sldMk cId="2994983051" sldId="272"/>
        </pc:sldMkLst>
      </pc:sldChg>
      <pc:sldChg chg="add del">
        <pc:chgData name="M.I Valli Mahomed" userId="5885619c4cde3295" providerId="LiveId" clId="{DC4943F9-55EF-4E17-9000-90D76EEBC2EC}" dt="2026-08-15T20:29:10.756" v="859"/>
        <pc:sldMkLst>
          <pc:docMk/>
          <pc:sldMk cId="1878125150" sldId="273"/>
        </pc:sldMkLst>
      </pc:sldChg>
      <pc:sldChg chg="add del">
        <pc:chgData name="M.I Valli Mahomed" userId="5885619c4cde3295" providerId="LiveId" clId="{DC4943F9-55EF-4E17-9000-90D76EEBC2EC}" dt="2026-08-15T20:29:31.126" v="861"/>
        <pc:sldMkLst>
          <pc:docMk/>
          <pc:sldMk cId="1420518419" sldId="274"/>
        </pc:sldMkLst>
      </pc:sldChg>
      <pc:sldChg chg="add del">
        <pc:chgData name="M.I Valli Mahomed" userId="5885619c4cde3295" providerId="LiveId" clId="{DC4943F9-55EF-4E17-9000-90D76EEBC2EC}" dt="2026-08-15T20:29:50.133" v="863"/>
        <pc:sldMkLst>
          <pc:docMk/>
          <pc:sldMk cId="3874966260" sldId="275"/>
        </pc:sldMkLst>
      </pc:sldChg>
      <pc:sldChg chg="addSp delSp modSp add mod">
        <pc:chgData name="M.I Valli Mahomed" userId="5885619c4cde3295" providerId="LiveId" clId="{DC4943F9-55EF-4E17-9000-90D76EEBC2EC}" dt="2026-08-15T20:32:18.224" v="868"/>
        <pc:sldMkLst>
          <pc:docMk/>
          <pc:sldMk cId="3946121334" sldId="276"/>
        </pc:sldMkLst>
        <pc:spChg chg="mod">
          <ac:chgData name="M.I Valli Mahomed" userId="5885619c4cde3295" providerId="LiveId" clId="{DC4943F9-55EF-4E17-9000-90D76EEBC2EC}" dt="2026-08-15T20:32:18.224" v="866"/>
          <ac:spMkLst>
            <pc:docMk/>
            <pc:sldMk cId="3946121334" sldId="276"/>
            <ac:spMk id="2" creationId="{8379D822-CCF1-FB94-783C-2C571EF355B3}"/>
          </ac:spMkLst>
        </pc:spChg>
        <pc:spChg chg="mod">
          <ac:chgData name="M.I Valli Mahomed" userId="5885619c4cde3295" providerId="LiveId" clId="{DC4943F9-55EF-4E17-9000-90D76EEBC2EC}" dt="2026-08-15T20:32:18.224" v="867"/>
          <ac:spMkLst>
            <pc:docMk/>
            <pc:sldMk cId="3946121334" sldId="276"/>
            <ac:spMk id="3" creationId="{4681551E-0E16-F8B2-1C7D-687962367BB2}"/>
          </ac:spMkLst>
        </pc:spChg>
        <pc:picChg chg="del">
          <ac:chgData name="M.I Valli Mahomed" userId="5885619c4cde3295" providerId="LiveId" clId="{DC4943F9-55EF-4E17-9000-90D76EEBC2EC}" dt="2026-08-15T20:32:02.003" v="864"/>
          <ac:picMkLst>
            <pc:docMk/>
            <pc:sldMk cId="3946121334" sldId="276"/>
            <ac:picMk id="4" creationId="{45406EB3-3EDE-0307-451A-A2335AF7C895}"/>
          </ac:picMkLst>
        </pc:picChg>
        <pc:picChg chg="add mod">
          <ac:chgData name="M.I Valli Mahomed" userId="5885619c4cde3295" providerId="LiveId" clId="{DC4943F9-55EF-4E17-9000-90D76EEBC2EC}" dt="2026-08-15T20:32:18.224" v="868"/>
          <ac:picMkLst>
            <pc:docMk/>
            <pc:sldMk cId="3946121334" sldId="276"/>
            <ac:picMk id="5" creationId="{91F70EC4-D558-1A30-7C40-6DE860BBF9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FBFDB-76F2-404A-AB34-BEC1963D1EE8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16E60-397E-403E-B3D2-4EFEFCF89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8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16E60-397E-403E-B3D2-4EFEFCF899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8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80F4-2D26-B57D-BD6B-EA3009BDD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17172-48BD-797C-D10D-148F38846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3BD9B-0197-AC88-3B9A-DDF59AEF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AB40-E0C8-388E-C082-2205E4EA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2707-8F1F-BB94-FCEA-4DDE5821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2E2F-1D4C-584D-63D7-37667DA6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ECFF-702A-9306-F8A5-ACAC5FDC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A9EA-F9DB-6A48-EE08-7A60BA9E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E65E9-90E1-AC7B-170C-C79AF1EF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CACE-0453-5A0E-7F7B-118B3958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6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6435-A57D-F735-ACF3-9E64ECC2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0EF9-FED7-DB36-05C8-290DF9FEC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7536C-0066-7021-667A-D1FC615D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641B-500B-A81C-28E0-2420159E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7045-5285-9BD2-17AD-B16017FD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D558-5687-F6C0-6717-351AAC30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1DD3-9F96-410E-5B48-8FAD27FB4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15C5-8871-717F-59E5-765C497B6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EA18B-6601-5270-2FE1-81010428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29C40-351C-2343-6BD3-83BAA605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7F43F-6634-ED5B-81AE-E1AA9988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8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476F-D3EB-2D84-49A5-5CCA4C92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616F4-3DA9-3DB2-064A-81E162B88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DC76-7B1C-24E4-C8C9-4FAFB7E8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C46C6-DBBC-BA12-0D9A-108D341C9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C5823-88A0-E617-278C-CEECE6839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24B0C-47AC-9372-8701-0887103D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DF74-FF6B-3027-25F1-1D879C81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664BC-34E9-11BE-3922-A1EB41FD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7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91B3-B166-841F-8EBB-61FB3A94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9F082-4AD7-7A9B-A3F6-90381BE4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72A71-D53C-967E-B969-894BC7D9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3DBD0-6D35-6D08-733A-7761A14C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6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FE58-C8BA-9D75-C303-8DBE236D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5FCA2-5995-596E-D66D-F1CA797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5E04-1FA9-9FC8-A074-5AC20E03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E717-C84D-8787-68B4-8FB185A3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9105-2457-7BF1-DB46-6811DF56E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97918-E5FD-3790-3C40-84B9CBF51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56A2-2A62-66B0-9925-777F8FF9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E90E-D2F6-E933-D7DF-574D7056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EE9E9-D7ED-D42B-2674-0F4F2DC3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2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2389-F081-088D-8731-BBDF2B73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EB11-CFA3-E131-B301-78B1124F5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CE4B7-5691-D0B1-55A4-1BF63AD51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33671-EDA1-8E41-128D-65BA4D3A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8BD1F-7AB0-EE1D-0FBE-C8D916F0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071B-E372-6429-FCD6-FA2FA59C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C50A-8328-EF9D-1257-5809062A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F6528-0934-C79F-E483-5BEB898A1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9F3C-819B-DD15-D1DC-4EA698E1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5FA3-0BAC-A937-EB5D-053CE1D4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25D1-F49D-596A-72D4-90B8E956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2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41201-64F0-ADE8-3CB4-2A6CFF8A5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F005-CBF9-9BAC-1779-82FDA6C01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379E-BCF8-15C4-40AB-3D502189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2D44-4C59-924D-DD47-4AC0C42A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5A6E2-C525-E5BA-6160-6CAACAEC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4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80F4-2D26-B57D-BD6B-EA3009BDD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17172-48BD-797C-D10D-148F38846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3BD9B-0197-AC88-3B9A-DDF59AEF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AB40-E0C8-388E-C082-2205E4EA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2707-8F1F-BB94-FCEA-4DDE5821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2E2F-1D4C-584D-63D7-37667DA6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ECFF-702A-9306-F8A5-ACAC5FDC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A9EA-F9DB-6A48-EE08-7A60BA9E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E65E9-90E1-AC7B-170C-C79AF1EF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CACE-0453-5A0E-7F7B-118B3958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67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6435-A57D-F735-ACF3-9E64ECC2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0EF9-FED7-DB36-05C8-290DF9FEC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7536C-0066-7021-667A-D1FC615D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641B-500B-A81C-28E0-2420159E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7045-5285-9BD2-17AD-B16017FD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5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D558-5687-F6C0-6717-351AAC30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1DD3-9F96-410E-5B48-8FAD27FB4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15C5-8871-717F-59E5-765C497B6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EA18B-6601-5270-2FE1-81010428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29C40-351C-2343-6BD3-83BAA605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7F43F-6634-ED5B-81AE-E1AA9988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87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476F-D3EB-2D84-49A5-5CCA4C92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616F4-3DA9-3DB2-064A-81E162B88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DC76-7B1C-24E4-C8C9-4FAFB7E8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C46C6-DBBC-BA12-0D9A-108D341C9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C5823-88A0-E617-278C-CEECE6839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24B0C-47AC-9372-8701-0887103D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DF74-FF6B-3027-25F1-1D879C81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664BC-34E9-11BE-3922-A1EB41FD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70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91B3-B166-841F-8EBB-61FB3A94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9F082-4AD7-7A9B-A3F6-90381BE4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72A71-D53C-967E-B969-894BC7D9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3DBD0-6D35-6D08-733A-7761A14C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68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FE58-C8BA-9D75-C303-8DBE236D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5FCA2-5995-596E-D66D-F1CA797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5E04-1FA9-9FC8-A074-5AC20E03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21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E717-C84D-8787-68B4-8FB185A3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9105-2457-7BF1-DB46-6811DF56E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97918-E5FD-3790-3C40-84B9CBF51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56A2-2A62-66B0-9925-777F8FF9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E90E-D2F6-E933-D7DF-574D7056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EE9E9-D7ED-D42B-2674-0F4F2DC3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29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2389-F081-088D-8731-BBDF2B73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EB11-CFA3-E131-B301-78B1124F5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CE4B7-5691-D0B1-55A4-1BF63AD51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33671-EDA1-8E41-128D-65BA4D3A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8BD1F-7AB0-EE1D-0FBE-C8D916F0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071B-E372-6429-FCD6-FA2FA59C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9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C50A-8328-EF9D-1257-5809062A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F6528-0934-C79F-E483-5BEB898A1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9F3C-819B-DD15-D1DC-4EA698E1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5FA3-0BAC-A937-EB5D-053CE1D4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25D1-F49D-596A-72D4-90B8E956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26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41201-64F0-ADE8-3CB4-2A6CFF8A5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F005-CBF9-9BAC-1779-82FDA6C01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379E-BCF8-15C4-40AB-3D502189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2D44-4C59-924D-DD47-4AC0C42A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5A6E2-C525-E5BA-6160-6CAACAEC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43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80F4-2D26-B57D-BD6B-EA3009BDD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17172-48BD-797C-D10D-148F38846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3BD9B-0197-AC88-3B9A-DDF59AEF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FAB40-E0C8-388E-C082-2205E4EA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2707-8F1F-BB94-FCEA-4DDE5821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3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2E2F-1D4C-584D-63D7-37667DA6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ECFF-702A-9306-F8A5-ACAC5FDC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A9EA-F9DB-6A48-EE08-7A60BA9EF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E65E9-90E1-AC7B-170C-C79AF1EF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CACE-0453-5A0E-7F7B-118B3958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67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6435-A57D-F735-ACF3-9E64ECC2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0EF9-FED7-DB36-05C8-290DF9FEC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7536C-0066-7021-667A-D1FC615D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8641B-500B-A81C-28E0-2420159E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7045-5285-9BD2-17AD-B16017FD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5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D558-5687-F6C0-6717-351AAC30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1DD3-9F96-410E-5B48-8FAD27FB4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15C5-8871-717F-59E5-765C497B6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EA18B-6601-5270-2FE1-81010428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29C40-351C-2343-6BD3-83BAA6058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7F43F-6634-ED5B-81AE-E1AA9988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874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476F-D3EB-2D84-49A5-5CCA4C92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616F4-3DA9-3DB2-064A-81E162B88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DC76-7B1C-24E4-C8C9-4FAFB7E87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C46C6-DBBC-BA12-0D9A-108D341C9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C5823-88A0-E617-278C-CEECE6839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24B0C-47AC-9372-8701-0887103D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DF74-FF6B-3027-25F1-1D879C81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664BC-34E9-11BE-3922-A1EB41FD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700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91B3-B166-841F-8EBB-61FB3A94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9F082-4AD7-7A9B-A3F6-90381BE4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72A71-D53C-967E-B969-894BC7D9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3DBD0-6D35-6D08-733A-7761A14C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68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8FE58-C8BA-9D75-C303-8DBE236D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5FCA2-5995-596E-D66D-F1CA797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5E04-1FA9-9FC8-A074-5AC20E03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219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E717-C84D-8787-68B4-8FB185A3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9105-2457-7BF1-DB46-6811DF56E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97918-E5FD-3790-3C40-84B9CBF51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D56A2-2A62-66B0-9925-777F8FF9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E90E-D2F6-E933-D7DF-574D7056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EE9E9-D7ED-D42B-2674-0F4F2DC3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292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2389-F081-088D-8731-BBDF2B73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EB11-CFA3-E131-B301-78B1124F5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CE4B7-5691-D0B1-55A4-1BF63AD51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33671-EDA1-8E41-128D-65BA4D3A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8BD1F-7AB0-EE1D-0FBE-C8D916F0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071B-E372-6429-FCD6-FA2FA59C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19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C50A-8328-EF9D-1257-5809062A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F6528-0934-C79F-E483-5BEB898A1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9F3C-819B-DD15-D1DC-4EA698E1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F5FA3-0BAC-A937-EB5D-053CE1D4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825D1-F49D-596A-72D4-90B8E956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263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41201-64F0-ADE8-3CB4-2A6CFF8A5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F005-CBF9-9BAC-1779-82FDA6C01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379E-BCF8-15C4-40AB-3D502189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2D44-4C59-924D-DD47-4AC0C42A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5A6E2-C525-E5BA-6160-6CAACAEC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1E110-D110-C348-5230-AFA4D857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1D34-6958-ABBB-4BE9-0FE890AB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1EA1-F4A5-F9ED-4A40-0142EABF7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0D0E7-A584-61F6-0D14-97283415C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27EF-F188-659C-4C19-347862EF9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2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42329"/>
            </a:gs>
            <a:gs pos="100000">
              <a:srgbClr val="14131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1E110-D110-C348-5230-AFA4D857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1D34-6958-ABBB-4BE9-0FE890AB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1EA1-F4A5-F9ED-4A40-0142EABF7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0D0E7-A584-61F6-0D14-97283415C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27EF-F188-659C-4C19-347862EF9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AccentBar"/>
          <p:cNvSpPr/>
          <p:nvPr/>
        </p:nvSpPr>
        <p:spPr>
          <a:xfrm>
            <a:off x="0" y="6699250"/>
            <a:ext cx="12192000" cy="45720"/>
          </a:xfrm>
          <a:prstGeom prst="rect">
            <a:avLst/>
          </a:prstGeom>
          <a:gradFill>
            <a:gsLst>
              <a:gs pos="0">
                <a:srgbClr val="C9A227"/>
              </a:gs>
              <a:gs pos="60000">
                <a:srgbClr val="8A6FE0"/>
              </a:gs>
              <a:gs pos="100000">
                <a:srgbClr val="2FB3A6"/>
              </a:gs>
            </a:gsLst>
            <a:lin ang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2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2EF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6D2C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1E110-D110-C348-5230-AFA4D857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1D34-6958-ABBB-4BE9-0FE890AB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1EA1-F4A5-F9ED-4A40-0142EABF7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81258-11CF-42EE-9613-88A8037C49F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0D0E7-A584-61F6-0D14-97283415C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27EF-F188-659C-4C19-347862EF9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620DA-9BB9-43A3-BE48-6E42BFD94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2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D822-CCF1-FB94-783C-2C571EF35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0" y="2438400"/>
            <a:ext cx="6223000" cy="1397000"/>
          </a:xfrm>
        </p:spPr>
        <p:txBody>
          <a:bodyPr>
            <a:normAutofit/>
          </a:bodyPr>
          <a:lstStyle/>
          <a:p>
            <a:pPr algn="l"/>
            <a:r>
              <a:rPr lang="en-US" sz="6600" b="1"/>
              <a:t>CoreBuster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1551E-0E16-F8B2-1C7D-687962367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0" y="3860800"/>
            <a:ext cx="6223000" cy="1397000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Deliverable 1 — Game Concept &amp; Overview
COMP307 ·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70EC4-D558-1A30-7C40-6DE860BB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501900"/>
            <a:ext cx="2667000" cy="190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2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5B59-2E56-804B-6BCE-562E3460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5818B-EF31-977E-030E-1DDA3B5C2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/>
              <a:t>CoreBuster is a first-person, wave-based arena shooter built in Unity (URP).
Purpose: survive escalating waves of modular robotic enemies in a single arena, and defeat a final boss.
Signature loop: freeze an enemy with the Disassembler ultimate, close in, and rip out its glowing core.
Camera: full first-person — the mouse both looks and aims. Familiar to the whole group while we learn Unity.
Aesthetic: worn brass and gunmetal machinery on the outside; an impossible cosmos inside the core.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9C9E4-86E5-1114-5FA8-A0212953C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9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CBE0-5D69-D8D4-9549-1A9AAE8F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/>
              <a:t>Gameplay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06F08B-5008-430C-8BAD-B4B67402870A}"/>
              </a:ext>
            </a:extLst>
          </p:cNvPr>
          <p:cNvSpPr/>
          <p:nvPr/>
        </p:nvSpPr>
        <p:spPr>
          <a:xfrm>
            <a:off x="508000" y="2046288"/>
            <a:ext cx="2072639" cy="3175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/>
              <a:t>Wave spawns
Enemies enter from 2–4 fixed perimeter points, staggered through the wave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0691CD-4910-4003-8F9E-3D02F2B1690F}"/>
              </a:ext>
            </a:extLst>
          </p:cNvPr>
          <p:cNvSpPr/>
          <p:nvPr/>
        </p:nvSpPr>
        <p:spPr>
          <a:xfrm>
            <a:off x="1290320" y="1792288"/>
            <a:ext cx="508000" cy="508000"/>
          </a:xfrm>
          <a:prstGeom prst="ellipse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41317"/>
                </a:solidFill>
              </a:rPr>
              <a:t>01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063D2B-B80D-44A4-8F1B-3F194DDAE391}"/>
              </a:ext>
            </a:extLst>
          </p:cNvPr>
          <p:cNvSpPr/>
          <p:nvPr/>
        </p:nvSpPr>
        <p:spPr>
          <a:xfrm>
            <a:off x="2783840" y="2046288"/>
            <a:ext cx="2072639" cy="3175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/>
              <a:t>Fight
Primary weapon is your day-to-day damage; cover and verticality shape the fight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A485CE-BE2B-4FD3-9547-20535DE4AF83}"/>
              </a:ext>
            </a:extLst>
          </p:cNvPr>
          <p:cNvSpPr/>
          <p:nvPr/>
        </p:nvSpPr>
        <p:spPr>
          <a:xfrm>
            <a:off x="3566159" y="1792288"/>
            <a:ext cx="508000" cy="508000"/>
          </a:xfrm>
          <a:prstGeom prst="ellipse">
            <a:avLst/>
          </a:prstGeom>
          <a:solidFill>
            <a:srgbClr val="B455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41317"/>
                </a:solidFill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D54716-888C-445B-97C4-C4857F18DB4B}"/>
              </a:ext>
            </a:extLst>
          </p:cNvPr>
          <p:cNvSpPr/>
          <p:nvPr/>
        </p:nvSpPr>
        <p:spPr>
          <a:xfrm>
            <a:off x="5059680" y="2046288"/>
            <a:ext cx="2072639" cy="3175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/>
              <a:t>Freeze
The Disassembler ultimate locks an enemy into a juddering, vulnerable state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63D31B-AC12-4F91-9B54-BE58008FC6CC}"/>
              </a:ext>
            </a:extLst>
          </p:cNvPr>
          <p:cNvSpPr/>
          <p:nvPr/>
        </p:nvSpPr>
        <p:spPr>
          <a:xfrm>
            <a:off x="5842000" y="1792288"/>
            <a:ext cx="508000" cy="508000"/>
          </a:xfrm>
          <a:prstGeom prst="ellipse">
            <a:avLst/>
          </a:prstGeom>
          <a:solidFill>
            <a:srgbClr val="4A7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41317"/>
                </a:solidFill>
              </a:rPr>
              <a:t>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D7DEFD-65A4-4BA5-980B-B3BBE02FB8CE}"/>
              </a:ext>
            </a:extLst>
          </p:cNvPr>
          <p:cNvSpPr/>
          <p:nvPr/>
        </p:nvSpPr>
        <p:spPr>
          <a:xfrm>
            <a:off x="7335519" y="2046288"/>
            <a:ext cx="2072639" cy="3175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/>
              <a:t>Execute
Move in and pull the exposed core: instant kill plus a bonus Core drop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BB6938-6F44-4F5F-9926-5B3BB059D516}"/>
              </a:ext>
            </a:extLst>
          </p:cNvPr>
          <p:cNvSpPr/>
          <p:nvPr/>
        </p:nvSpPr>
        <p:spPr>
          <a:xfrm>
            <a:off x="8117839" y="1792288"/>
            <a:ext cx="508000" cy="508000"/>
          </a:xfrm>
          <a:prstGeom prst="ellipse">
            <a:avLst/>
          </a:prstGeom>
          <a:solidFill>
            <a:srgbClr val="8A6F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41317"/>
                </a:solidFill>
              </a:rPr>
              <a:t>04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DC84AB-AB18-4A4A-BA9F-4FCB5826E533}"/>
              </a:ext>
            </a:extLst>
          </p:cNvPr>
          <p:cNvSpPr/>
          <p:nvPr/>
        </p:nvSpPr>
        <p:spPr>
          <a:xfrm>
            <a:off x="9611360" y="2046288"/>
            <a:ext cx="2072639" cy="3175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2FB3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/>
              <a:t>Breather
20–30s between waves to spend Cores in the shop, then the next wave begins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9CA5F3-CA36-474D-8813-D5EBCD324FFA}"/>
              </a:ext>
            </a:extLst>
          </p:cNvPr>
          <p:cNvSpPr/>
          <p:nvPr/>
        </p:nvSpPr>
        <p:spPr>
          <a:xfrm>
            <a:off x="10393680" y="1792288"/>
            <a:ext cx="508000" cy="508000"/>
          </a:xfrm>
          <a:prstGeom prst="ellipse">
            <a:avLst/>
          </a:prstGeom>
          <a:solidFill>
            <a:srgbClr val="2FB3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41317"/>
                </a:solidFill>
              </a:rPr>
              <a:t>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76BCAD-5B6E-4FE8-90A1-B8B866235311}"/>
              </a:ext>
            </a:extLst>
          </p:cNvPr>
          <p:cNvSpPr txBox="1"/>
          <p:nvPr/>
        </p:nvSpPr>
        <p:spPr>
          <a:xfrm>
            <a:off x="508000" y="5449888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C9A227"/>
                </a:solidFill>
              </a:rPr>
              <a:t>Repeat until the boss wave — 8 regular waves, then a single high-tier boss.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1BFF2F-5FEB-DFFA-F9E6-2BBA55234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1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989D-8778-5575-C39C-B11D5194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The Disassembler — Signature Mechanic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E6B31D-4842-4B38-8AA9-E119682AEF2F}"/>
              </a:ext>
            </a:extLst>
          </p:cNvPr>
          <p:cNvSpPr/>
          <p:nvPr/>
        </p:nvSpPr>
        <p:spPr>
          <a:xfrm>
            <a:off x="508000" y="1970088"/>
            <a:ext cx="76200" cy="1117600"/>
          </a:xfrm>
          <a:prstGeom prst="rect">
            <a:avLst/>
          </a:prstGeom>
          <a:solidFill>
            <a:srgbClr val="4A7B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9E668-7D51-42C7-98D2-134CB1840B80}"/>
              </a:ext>
            </a:extLst>
          </p:cNvPr>
          <p:cNvSpPr txBox="1"/>
          <p:nvPr/>
        </p:nvSpPr>
        <p:spPr>
          <a:xfrm>
            <a:off x="711200" y="1970088"/>
            <a:ext cx="6604000" cy="1117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buNone/>
            </a:pPr>
            <a:r>
              <a:rPr lang="en-US" sz="1700" b="1" spc="150" dirty="0">
                <a:solidFill>
                  <a:srgbClr val="4A7BD4"/>
                </a:solidFill>
              </a:rPr>
              <a:t>FREEZE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D6D2CB"/>
                </a:solidFill>
              </a:rPr>
              <a:t>The ultimate stops an enemy's AI cold — it seizes and judders in place, electrocuted. A clear, readable signal that it is open to execution.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DEFB6-68F1-4704-94E1-2C715F590B77}"/>
              </a:ext>
            </a:extLst>
          </p:cNvPr>
          <p:cNvSpPr/>
          <p:nvPr/>
        </p:nvSpPr>
        <p:spPr>
          <a:xfrm>
            <a:off x="508000" y="3265488"/>
            <a:ext cx="76200" cy="1117600"/>
          </a:xfrm>
          <a:prstGeom prst="rect">
            <a:avLst/>
          </a:prstGeom>
          <a:solidFill>
            <a:srgbClr val="8A6F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BF638-A3EB-453B-B36A-3F01F0C1CDE2}"/>
              </a:ext>
            </a:extLst>
          </p:cNvPr>
          <p:cNvSpPr txBox="1"/>
          <p:nvPr/>
        </p:nvSpPr>
        <p:spPr>
          <a:xfrm>
            <a:off x="711200" y="3265488"/>
            <a:ext cx="6604000" cy="1117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buNone/>
            </a:pPr>
            <a:r>
              <a:rPr lang="en-US" sz="1700" b="1" spc="150" dirty="0">
                <a:solidFill>
                  <a:srgbClr val="8A6FE0"/>
                </a:solidFill>
              </a:rPr>
              <a:t>CORE EXPOSED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D6D2CB"/>
                </a:solidFill>
              </a:rPr>
              <a:t>A core hidden in the body becomes visible: a custom Shader Graph “galaxy” material — drifting purple/blue/teal nebula, twinkling stars, glowing rim. This is our required custom shader.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25659-4DF9-48B6-A954-73F0120DA348}"/>
              </a:ext>
            </a:extLst>
          </p:cNvPr>
          <p:cNvSpPr/>
          <p:nvPr/>
        </p:nvSpPr>
        <p:spPr>
          <a:xfrm>
            <a:off x="508000" y="4560888"/>
            <a:ext cx="76200" cy="1117600"/>
          </a:xfrm>
          <a:prstGeom prst="rect">
            <a:avLst/>
          </a:prstGeom>
          <a:solidFill>
            <a:srgbClr val="2FB3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FC1B7-ACBA-4B95-9026-D08CE34A39C9}"/>
              </a:ext>
            </a:extLst>
          </p:cNvPr>
          <p:cNvSpPr txBox="1"/>
          <p:nvPr/>
        </p:nvSpPr>
        <p:spPr>
          <a:xfrm>
            <a:off x="711200" y="4560888"/>
            <a:ext cx="6604000" cy="1117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buNone/>
            </a:pPr>
            <a:r>
              <a:rPr lang="en-US" sz="1700" b="1" spc="150" dirty="0">
                <a:solidFill>
                  <a:srgbClr val="2FB3A6"/>
                </a:solidFill>
              </a:rPr>
              <a:t>EXECUTE</a:t>
            </a:r>
          </a:p>
          <a:p>
            <a:pPr>
              <a:spcBef>
                <a:spcPts val="300"/>
              </a:spcBef>
              <a:buNone/>
            </a:pPr>
            <a:r>
              <a:rPr lang="en-US" sz="1400" dirty="0">
                <a:solidFill>
                  <a:srgbClr val="D6D2CB"/>
                </a:solidFill>
              </a:rPr>
              <a:t>Pull the core for an instant kill and a bonus Core drop. Parts fall as pickups — and a hazard, since another enemy can scavenge them. Wait too long and the freeze wears off.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9E4553-85FE-3328-0C1D-1FC94820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1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8190-967C-CEBF-ABD5-1B862C08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</a:rPr>
              <a:t>World Layout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A2F54A-7085-41B3-88D3-2DBFA9D3DAC9}"/>
              </a:ext>
            </a:extLst>
          </p:cNvPr>
          <p:cNvSpPr/>
          <p:nvPr/>
        </p:nvSpPr>
        <p:spPr>
          <a:xfrm>
            <a:off x="381000" y="1905000"/>
            <a:ext cx="2667000" cy="342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3D35C-1629-4580-A9FB-5170B997FA1C}"/>
              </a:ext>
            </a:extLst>
          </p:cNvPr>
          <p:cNvSpPr txBox="1"/>
          <p:nvPr/>
        </p:nvSpPr>
        <p:spPr>
          <a:xfrm>
            <a:off x="558800" y="2108200"/>
            <a:ext cx="2311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C9A227"/>
                </a:solidFill>
              </a:rPr>
              <a:t>The Arena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7177D-F608-4CB4-BE15-02E76E44E1FE}"/>
              </a:ext>
            </a:extLst>
          </p:cNvPr>
          <p:cNvSpPr txBox="1"/>
          <p:nvPr/>
        </p:nvSpPr>
        <p:spPr>
          <a:xfrm>
            <a:off x="558800" y="2819400"/>
            <a:ext cx="2311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One fixed arena for the whole run. Wave-based rather than procedural, so combat stays readable and the scope stays achievable.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E1E01A-419E-4494-8B20-60A41E546863}"/>
              </a:ext>
            </a:extLst>
          </p:cNvPr>
          <p:cNvSpPr/>
          <p:nvPr/>
        </p:nvSpPr>
        <p:spPr>
          <a:xfrm>
            <a:off x="3302000" y="1905000"/>
            <a:ext cx="2667000" cy="342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4B557-AFB2-40C8-824B-726A24A3CDE9}"/>
              </a:ext>
            </a:extLst>
          </p:cNvPr>
          <p:cNvSpPr txBox="1"/>
          <p:nvPr/>
        </p:nvSpPr>
        <p:spPr>
          <a:xfrm>
            <a:off x="3479800" y="2108200"/>
            <a:ext cx="2311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B4552A"/>
                </a:solidFill>
              </a:rPr>
              <a:t>Verticality &amp; Cover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756E0-34C5-49BE-933B-28097D56C632}"/>
              </a:ext>
            </a:extLst>
          </p:cNvPr>
          <p:cNvSpPr txBox="1"/>
          <p:nvPr/>
        </p:nvSpPr>
        <p:spPr>
          <a:xfrm>
            <a:off x="3479800" y="2819400"/>
            <a:ext cx="2311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 few raised platforms, low walls and a central obstacle give the freeze-and-execute play room to matter.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3912A9-3138-4649-801A-F6444E6A0452}"/>
              </a:ext>
            </a:extLst>
          </p:cNvPr>
          <p:cNvSpPr/>
          <p:nvPr/>
        </p:nvSpPr>
        <p:spPr>
          <a:xfrm>
            <a:off x="6223000" y="1905000"/>
            <a:ext cx="2667000" cy="342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3ADF7-BC0F-4E60-AC0B-17A320B08568}"/>
              </a:ext>
            </a:extLst>
          </p:cNvPr>
          <p:cNvSpPr txBox="1"/>
          <p:nvPr/>
        </p:nvSpPr>
        <p:spPr>
          <a:xfrm>
            <a:off x="6400800" y="2108200"/>
            <a:ext cx="2311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4A7BD4"/>
                </a:solidFill>
              </a:rPr>
              <a:t>Spawning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CB8B2-5A78-4A74-9ED2-AAA77CFEDE0E}"/>
              </a:ext>
            </a:extLst>
          </p:cNvPr>
          <p:cNvSpPr txBox="1"/>
          <p:nvPr/>
        </p:nvSpPr>
        <p:spPr>
          <a:xfrm>
            <a:off x="6400800" y="2819400"/>
            <a:ext cx="2311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2–4 fixed perimeter spawn points, staggered through each wave. Unity's NavMesh handles enemy pathing.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E8F75D-4B5E-4FA4-8C5E-E3BD2C8A1888}"/>
              </a:ext>
            </a:extLst>
          </p:cNvPr>
          <p:cNvSpPr/>
          <p:nvPr/>
        </p:nvSpPr>
        <p:spPr>
          <a:xfrm>
            <a:off x="9144000" y="1905000"/>
            <a:ext cx="2667000" cy="342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1FE587-45A0-4611-AC60-E3C985037A01}"/>
              </a:ext>
            </a:extLst>
          </p:cNvPr>
          <p:cNvSpPr txBox="1"/>
          <p:nvPr/>
        </p:nvSpPr>
        <p:spPr>
          <a:xfrm>
            <a:off x="9321800" y="2108200"/>
            <a:ext cx="23114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8A6FE0"/>
                </a:solidFill>
              </a:rPr>
              <a:t>First Principles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4D47D-F5CD-48D3-A608-4DA1B7EE8C22}"/>
              </a:ext>
            </a:extLst>
          </p:cNvPr>
          <p:cNvSpPr txBox="1"/>
          <p:nvPr/>
        </p:nvSpPr>
        <p:spPr>
          <a:xfrm>
            <a:off x="9321800" y="2819400"/>
            <a:ext cx="2311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Arena geometry stays simple — boxes, ramps, cylinders. The custom modelling lives in the enemy parts and core.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C92A0-BE07-4C5C-8F21-DED8ED004FE3}"/>
              </a:ext>
            </a:extLst>
          </p:cNvPr>
          <p:cNvSpPr txBox="1"/>
          <p:nvPr/>
        </p:nvSpPr>
        <p:spPr>
          <a:xfrm>
            <a:off x="381000" y="5651500"/>
            <a:ext cx="1143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C9A227"/>
                </a:solidFill>
              </a:rPr>
              <a:t>Only the arena is prefab-simple — every enemy part and the core are modelled by us.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B0A418-197B-CAF4-9ABE-5A628136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9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7C8F-35F8-9395-1BBF-0F6E7B25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</a:rPr>
              <a:t>Character Descriptions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C7C978-AB07-4FB1-BE37-B6B98CF15438}"/>
              </a:ext>
            </a:extLst>
          </p:cNvPr>
          <p:cNvSpPr/>
          <p:nvPr/>
        </p:nvSpPr>
        <p:spPr>
          <a:xfrm>
            <a:off x="5334000" y="1778000"/>
            <a:ext cx="6350000" cy="11684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E16AC-4DD8-4A9C-A220-71A6C70EE968}"/>
              </a:ext>
            </a:extLst>
          </p:cNvPr>
          <p:cNvSpPr txBox="1"/>
          <p:nvPr/>
        </p:nvSpPr>
        <p:spPr>
          <a:xfrm>
            <a:off x="5537200" y="1930400"/>
            <a:ext cx="594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4A7BD4"/>
                </a:solidFill>
              </a:rPr>
              <a:t>Player — first person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8F7EA-A8EF-4E98-9580-AC8A1A32EB85}"/>
              </a:ext>
            </a:extLst>
          </p:cNvPr>
          <p:cNvSpPr txBox="1"/>
          <p:nvPr/>
        </p:nvSpPr>
        <p:spPr>
          <a:xfrm>
            <a:off x="5537200" y="2286000"/>
            <a:ext cx="594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Unity Starter Assets controller: walk, sprint, jump, mouse look and aim. Carries a primary weapon plus the Disassembler ultimate.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7DA5C7-D62A-4F7E-AD4F-940252624EED}"/>
              </a:ext>
            </a:extLst>
          </p:cNvPr>
          <p:cNvSpPr/>
          <p:nvPr/>
        </p:nvSpPr>
        <p:spPr>
          <a:xfrm>
            <a:off x="5334000" y="3073400"/>
            <a:ext cx="6350000" cy="14732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12892-B58D-4F09-97BB-886CEDFE9347}"/>
              </a:ext>
            </a:extLst>
          </p:cNvPr>
          <p:cNvSpPr txBox="1"/>
          <p:nvPr/>
        </p:nvSpPr>
        <p:spPr>
          <a:xfrm>
            <a:off x="5537200" y="3225800"/>
            <a:ext cx="594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C9A227"/>
                </a:solidFill>
              </a:rPr>
              <a:t>Modular enemies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1CEFF-B08F-462E-A3C8-5AA3DFD38F4F}"/>
              </a:ext>
            </a:extLst>
          </p:cNvPr>
          <p:cNvSpPr txBox="1"/>
          <p:nvPr/>
        </p:nvSpPr>
        <p:spPr>
          <a:xfrm>
            <a:off x="5537200" y="3581400"/>
            <a:ext cx="5943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Assembled at spawn from four slots — Body (Armoured / Light), Legs (Quick / Standard), Arms (Melee / Ranged), Head (Sensor / Reinforced). Ground-based chase AI on NavMesh; they can scavenge dropped parts to grow stronger.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DBFCE8-EA47-4DEB-A522-0A5314679EE5}"/>
              </a:ext>
            </a:extLst>
          </p:cNvPr>
          <p:cNvSpPr/>
          <p:nvPr/>
        </p:nvSpPr>
        <p:spPr>
          <a:xfrm>
            <a:off x="5334000" y="4673600"/>
            <a:ext cx="6350000" cy="1778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C3D16-C936-4A6F-AF8B-79317A9520FE}"/>
              </a:ext>
            </a:extLst>
          </p:cNvPr>
          <p:cNvSpPr txBox="1"/>
          <p:nvPr/>
        </p:nvSpPr>
        <p:spPr>
          <a:xfrm>
            <a:off x="5537200" y="4826000"/>
            <a:ext cx="5943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8A6FE0"/>
                </a:solidFill>
              </a:rPr>
              <a:t>Final boss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F9C61-DCF5-46AF-A7DF-88494874FBC9}"/>
              </a:ext>
            </a:extLst>
          </p:cNvPr>
          <p:cNvSpPr txBox="1"/>
          <p:nvPr/>
        </p:nvSpPr>
        <p:spPr>
          <a:xfrm>
            <a:off x="5537200" y="5181600"/>
            <a:ext cx="59436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All four slots top-tier: more health and an extra attack pattern. Defeating it ends the run. Every part and the core are modelled from first principles.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4AA275-F2D6-45FD-AC14-AEF30BD01E5A}"/>
              </a:ext>
            </a:extLst>
          </p:cNvPr>
          <p:cNvSpPr/>
          <p:nvPr/>
        </p:nvSpPr>
        <p:spPr>
          <a:xfrm>
            <a:off x="381000" y="1778000"/>
            <a:ext cx="4572000" cy="10541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69C69-9AA4-4597-AED5-A7C1C97AB26D}"/>
              </a:ext>
            </a:extLst>
          </p:cNvPr>
          <p:cNvSpPr txBox="1"/>
          <p:nvPr/>
        </p:nvSpPr>
        <p:spPr>
          <a:xfrm>
            <a:off x="584200" y="1905000"/>
            <a:ext cx="416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C9A227"/>
                </a:solidFill>
                <a:latin typeface="Aptos"/>
              </a:rPr>
              <a:t>HEAD  ·  Sensor / Reinforced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091DC-8CF1-4059-BE64-CA460664B8E6}"/>
              </a:ext>
            </a:extLst>
          </p:cNvPr>
          <p:cNvSpPr txBox="1"/>
          <p:nvPr/>
        </p:nvSpPr>
        <p:spPr>
          <a:xfrm>
            <a:off x="584200" y="2235200"/>
            <a:ext cx="416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Affects detection range and weakpoint behaviour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BEAD11-B1B5-47E9-847E-5C2E636A7099}"/>
              </a:ext>
            </a:extLst>
          </p:cNvPr>
          <p:cNvSpPr/>
          <p:nvPr/>
        </p:nvSpPr>
        <p:spPr>
          <a:xfrm>
            <a:off x="381000" y="2984500"/>
            <a:ext cx="4572000" cy="10541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2BF1D2-2538-4FE8-A9B0-CD5470496750}"/>
              </a:ext>
            </a:extLst>
          </p:cNvPr>
          <p:cNvSpPr txBox="1"/>
          <p:nvPr/>
        </p:nvSpPr>
        <p:spPr>
          <a:xfrm>
            <a:off x="584200" y="3111500"/>
            <a:ext cx="416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B4552A"/>
                </a:solidFill>
                <a:latin typeface="Aptos"/>
              </a:rPr>
              <a:t>BODY  ·  Armoured / Light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55113-188B-4B1F-A3B7-D4C9DC094E84}"/>
              </a:ext>
            </a:extLst>
          </p:cNvPr>
          <p:cNvSpPr txBox="1"/>
          <p:nvPr/>
        </p:nvSpPr>
        <p:spPr>
          <a:xfrm>
            <a:off x="584200" y="3441700"/>
            <a:ext cx="416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Armoured: more health, slower. Light: less health, faster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19F738-78DE-4E82-8770-F17F7AE259CF}"/>
              </a:ext>
            </a:extLst>
          </p:cNvPr>
          <p:cNvSpPr/>
          <p:nvPr/>
        </p:nvSpPr>
        <p:spPr>
          <a:xfrm>
            <a:off x="381000" y="4191000"/>
            <a:ext cx="4572000" cy="10541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6CE052-0203-4497-AA4C-027E1C6C6F1D}"/>
              </a:ext>
            </a:extLst>
          </p:cNvPr>
          <p:cNvSpPr txBox="1"/>
          <p:nvPr/>
        </p:nvSpPr>
        <p:spPr>
          <a:xfrm>
            <a:off x="584200" y="4318000"/>
            <a:ext cx="416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4A7BD4"/>
                </a:solidFill>
                <a:latin typeface="Aptos"/>
              </a:rPr>
              <a:t>ARMS  ·  Melee / Ranged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24029-DE75-4F09-8EE3-6DCD5F168C8D}"/>
              </a:ext>
            </a:extLst>
          </p:cNvPr>
          <p:cNvSpPr txBox="1"/>
          <p:nvPr/>
        </p:nvSpPr>
        <p:spPr>
          <a:xfrm>
            <a:off x="584200" y="4648200"/>
            <a:ext cx="416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Determines attack type and effective range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742CF0-F04F-47D9-8946-29C480226145}"/>
              </a:ext>
            </a:extLst>
          </p:cNvPr>
          <p:cNvSpPr/>
          <p:nvPr/>
        </p:nvSpPr>
        <p:spPr>
          <a:xfrm>
            <a:off x="381000" y="5397500"/>
            <a:ext cx="4572000" cy="10541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0FCE87-183E-4A98-9568-4A983BDCAD19}"/>
              </a:ext>
            </a:extLst>
          </p:cNvPr>
          <p:cNvSpPr txBox="1"/>
          <p:nvPr/>
        </p:nvSpPr>
        <p:spPr>
          <a:xfrm>
            <a:off x="584200" y="5524500"/>
            <a:ext cx="4165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8A6FE0"/>
                </a:solidFill>
                <a:latin typeface="Aptos"/>
              </a:rPr>
              <a:t>LEGS  ·  Quick / Standard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C440D-43CD-46BB-8472-5773D57FB7AF}"/>
              </a:ext>
            </a:extLst>
          </p:cNvPr>
          <p:cNvSpPr txBox="1"/>
          <p:nvPr/>
        </p:nvSpPr>
        <p:spPr>
          <a:xfrm>
            <a:off x="584200" y="5854700"/>
            <a:ext cx="416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Quick legs increase movement speed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43D03C-5CC8-E252-7794-D1D5286D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1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43A7-F1D0-B49B-FA89-EEFA7305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  <a:latin typeface="Aptos Display"/>
              </a:rPr>
              <a:t>Controls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2CA187-973C-43FE-8AF2-B317C18A14D3}"/>
              </a:ext>
            </a:extLst>
          </p:cNvPr>
          <p:cNvSpPr/>
          <p:nvPr/>
        </p:nvSpPr>
        <p:spPr>
          <a:xfrm>
            <a:off x="508000" y="19050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W A S 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B2DD-8984-43F0-B773-DAFB5646D86A}"/>
              </a:ext>
            </a:extLst>
          </p:cNvPr>
          <p:cNvSpPr txBox="1"/>
          <p:nvPr/>
        </p:nvSpPr>
        <p:spPr>
          <a:xfrm>
            <a:off x="2362200" y="20320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Move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D543DC-6D90-4E18-BD0A-D5B18D93A1D7}"/>
              </a:ext>
            </a:extLst>
          </p:cNvPr>
          <p:cNvSpPr/>
          <p:nvPr/>
        </p:nvSpPr>
        <p:spPr>
          <a:xfrm>
            <a:off x="508000" y="27686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Mouse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E2523-D445-458D-9CEF-EC0210B55FCB}"/>
              </a:ext>
            </a:extLst>
          </p:cNvPr>
          <p:cNvSpPr txBox="1"/>
          <p:nvPr/>
        </p:nvSpPr>
        <p:spPr>
          <a:xfrm>
            <a:off x="2362200" y="28956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Look and aim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50B613-1043-48FF-999C-BF8F7FA3C3B8}"/>
              </a:ext>
            </a:extLst>
          </p:cNvPr>
          <p:cNvSpPr/>
          <p:nvPr/>
        </p:nvSpPr>
        <p:spPr>
          <a:xfrm>
            <a:off x="508000" y="36322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Shift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F45B9-EBF1-4560-8E7E-6260D2CE838E}"/>
              </a:ext>
            </a:extLst>
          </p:cNvPr>
          <p:cNvSpPr txBox="1"/>
          <p:nvPr/>
        </p:nvSpPr>
        <p:spPr>
          <a:xfrm>
            <a:off x="2362200" y="37592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Sprint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625E73-392E-42B1-871F-E9F24731022E}"/>
              </a:ext>
            </a:extLst>
          </p:cNvPr>
          <p:cNvSpPr/>
          <p:nvPr/>
        </p:nvSpPr>
        <p:spPr>
          <a:xfrm>
            <a:off x="508000" y="44958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9DB5A-6A99-4651-8DA2-AD0BF04E631B}"/>
              </a:ext>
            </a:extLst>
          </p:cNvPr>
          <p:cNvSpPr txBox="1"/>
          <p:nvPr/>
        </p:nvSpPr>
        <p:spPr>
          <a:xfrm>
            <a:off x="2362200" y="46228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Jump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34A2C2-5ED7-47AF-A6FB-BBA00B3A0F5C}"/>
              </a:ext>
            </a:extLst>
          </p:cNvPr>
          <p:cNvSpPr/>
          <p:nvPr/>
        </p:nvSpPr>
        <p:spPr>
          <a:xfrm>
            <a:off x="508000" y="53594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Esc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E7CD4-BE68-4EA7-9D51-F320578AD5B2}"/>
              </a:ext>
            </a:extLst>
          </p:cNvPr>
          <p:cNvSpPr txBox="1"/>
          <p:nvPr/>
        </p:nvSpPr>
        <p:spPr>
          <a:xfrm>
            <a:off x="2362200" y="54864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Pause / options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3544D6-21BE-4B4A-A520-7D58909D48D8}"/>
              </a:ext>
            </a:extLst>
          </p:cNvPr>
          <p:cNvSpPr/>
          <p:nvPr/>
        </p:nvSpPr>
        <p:spPr>
          <a:xfrm>
            <a:off x="6223000" y="19050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LMB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99117-D829-4C74-B927-CA020CFF0822}"/>
              </a:ext>
            </a:extLst>
          </p:cNvPr>
          <p:cNvSpPr txBox="1"/>
          <p:nvPr/>
        </p:nvSpPr>
        <p:spPr>
          <a:xfrm>
            <a:off x="8077200" y="20320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Fire primary weapon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EDD2ED-69F5-416F-BC44-B5CC15A4CA1A}"/>
              </a:ext>
            </a:extLst>
          </p:cNvPr>
          <p:cNvSpPr/>
          <p:nvPr/>
        </p:nvSpPr>
        <p:spPr>
          <a:xfrm>
            <a:off x="6223000" y="27686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RMB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9B887-853C-4C35-8FD9-723B53DDEB8A}"/>
              </a:ext>
            </a:extLst>
          </p:cNvPr>
          <p:cNvSpPr txBox="1"/>
          <p:nvPr/>
        </p:nvSpPr>
        <p:spPr>
          <a:xfrm>
            <a:off x="8077200" y="28956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Fire the Disassembler ultimate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E4F0B6-0D2B-412C-956B-3F0662FBC694}"/>
              </a:ext>
            </a:extLst>
          </p:cNvPr>
          <p:cNvSpPr/>
          <p:nvPr/>
        </p:nvSpPr>
        <p:spPr>
          <a:xfrm>
            <a:off x="6223000" y="36322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B1E65-80C5-4E66-B983-95644531B6B2}"/>
              </a:ext>
            </a:extLst>
          </p:cNvPr>
          <p:cNvSpPr txBox="1"/>
          <p:nvPr/>
        </p:nvSpPr>
        <p:spPr>
          <a:xfrm>
            <a:off x="8077200" y="37592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Execute — pull the exposed core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63A231-DAF0-46A3-902B-C13AC42C9695}"/>
              </a:ext>
            </a:extLst>
          </p:cNvPr>
          <p:cNvSpPr/>
          <p:nvPr/>
        </p:nvSpPr>
        <p:spPr>
          <a:xfrm>
            <a:off x="6223000" y="44958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5F2783-73D9-4DB2-88C8-66B7DAE18BE0}"/>
              </a:ext>
            </a:extLst>
          </p:cNvPr>
          <p:cNvSpPr txBox="1"/>
          <p:nvPr/>
        </p:nvSpPr>
        <p:spPr>
          <a:xfrm>
            <a:off x="8077200" y="46228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Reload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0C095F-984E-46C0-B99F-23441C0BEFCE}"/>
              </a:ext>
            </a:extLst>
          </p:cNvPr>
          <p:cNvSpPr/>
          <p:nvPr/>
        </p:nvSpPr>
        <p:spPr>
          <a:xfrm>
            <a:off x="6223000" y="5359400"/>
            <a:ext cx="1651000" cy="558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350004-4EBC-4A79-9F11-F905B1A187BC}"/>
              </a:ext>
            </a:extLst>
          </p:cNvPr>
          <p:cNvSpPr txBox="1"/>
          <p:nvPr/>
        </p:nvSpPr>
        <p:spPr>
          <a:xfrm>
            <a:off x="8077200" y="5486400"/>
            <a:ext cx="3606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A292F"/>
                </a:solidFill>
                <a:latin typeface="Aptos"/>
              </a:rPr>
              <a:t>Collect dropped parts / open shop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3F332E-5EE8-47C1-9FEB-62C7E76D8518}"/>
              </a:ext>
            </a:extLst>
          </p:cNvPr>
          <p:cNvSpPr txBox="1"/>
          <p:nvPr/>
        </p:nvSpPr>
        <p:spPr>
          <a:xfrm>
            <a:off x="508000" y="6248400"/>
            <a:ext cx="1117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C9A227"/>
                </a:solidFill>
                <a:latin typeface="Aptos"/>
              </a:rPr>
              <a:t>Standard first-person bindings — mouse drives both looking and aiming, matching the shooters the team already plays.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4650D3-7A30-67B3-E09D-5942E6AC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7CA5-760B-CABC-4EBC-035E52E5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  <a:latin typeface="Aptos Display"/>
              </a:rPr>
              <a:t>Win / Loss Conditions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0E1422-3971-4F73-AF7C-4C805DC6315C}"/>
              </a:ext>
            </a:extLst>
          </p:cNvPr>
          <p:cNvSpPr/>
          <p:nvPr/>
        </p:nvSpPr>
        <p:spPr>
          <a:xfrm>
            <a:off x="508000" y="1905000"/>
            <a:ext cx="5461000" cy="30226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746D3-16A1-45D6-B898-10D22713E164}"/>
              </a:ext>
            </a:extLst>
          </p:cNvPr>
          <p:cNvSpPr txBox="1"/>
          <p:nvPr/>
        </p:nvSpPr>
        <p:spPr>
          <a:xfrm>
            <a:off x="736600" y="2108200"/>
            <a:ext cx="50038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200" b="1">
                <a:solidFill>
                  <a:srgbClr val="C9A227"/>
                </a:solidFill>
                <a:latin typeface="Aptos"/>
              </a:rPr>
              <a:t>WIN — Clear the boss wave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C31B3-99A3-42E4-A97C-83990A0DE109}"/>
              </a:ext>
            </a:extLst>
          </p:cNvPr>
          <p:cNvSpPr txBox="1"/>
          <p:nvPr/>
        </p:nvSpPr>
        <p:spPr>
          <a:xfrm>
            <a:off x="736600" y="2616200"/>
            <a:ext cx="5003800" cy="208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Clear all 8 regular waves, then defeat the final boss: a single high-tier enemy with all four slots top-tier, more health and an extra attack pattern.
Beating it ends the run in victory — there are no minions in the boss wave, so the fight reads as a clean climax.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C3EA7F-4894-46FA-BE35-CE9A2CC0605D}"/>
              </a:ext>
            </a:extLst>
          </p:cNvPr>
          <p:cNvSpPr/>
          <p:nvPr/>
        </p:nvSpPr>
        <p:spPr>
          <a:xfrm>
            <a:off x="6223000" y="1905000"/>
            <a:ext cx="5461000" cy="30226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37F45-BAD4-4020-A1BE-64820522B053}"/>
              </a:ext>
            </a:extLst>
          </p:cNvPr>
          <p:cNvSpPr txBox="1"/>
          <p:nvPr/>
        </p:nvSpPr>
        <p:spPr>
          <a:xfrm>
            <a:off x="6451600" y="2108200"/>
            <a:ext cx="5003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B4552A"/>
                </a:solidFill>
                <a:latin typeface="Aptos"/>
              </a:rPr>
              <a:t>LOSS — Health reaches zero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3E25F-1836-4959-80C4-249CC2379D0E}"/>
              </a:ext>
            </a:extLst>
          </p:cNvPr>
          <p:cNvSpPr txBox="1"/>
          <p:nvPr/>
        </p:nvSpPr>
        <p:spPr>
          <a:xfrm>
            <a:off x="6451600" y="2616200"/>
            <a:ext cx="5003800" cy="208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  <a:latin typeface="Aptos"/>
              </a:rPr>
              <a:t>The run ends the moment player health hits zero, at any point in any wave.
There is no mid-run respawn and no checkpointing between waves: a lost run is restarted from wave one, so upgrade choices during each breather carry real weight.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CDF613-8810-4F79-95C0-078959E9ED5F}"/>
              </a:ext>
            </a:extLst>
          </p:cNvPr>
          <p:cNvSpPr/>
          <p:nvPr/>
        </p:nvSpPr>
        <p:spPr>
          <a:xfrm>
            <a:off x="508000" y="5130800"/>
            <a:ext cx="3556000" cy="1320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97C78-811E-40F4-A1F9-B9D0405B17D9}"/>
              </a:ext>
            </a:extLst>
          </p:cNvPr>
          <p:cNvSpPr txBox="1"/>
          <p:nvPr/>
        </p:nvSpPr>
        <p:spPr>
          <a:xfrm>
            <a:off x="736600" y="5334000"/>
            <a:ext cx="309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8A6FE0"/>
                </a:solidFill>
                <a:latin typeface="Aptos"/>
              </a:rPr>
              <a:t>Freeze timer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6D392D-8049-4A3F-B814-87CEBE5BFDDE}"/>
              </a:ext>
            </a:extLst>
          </p:cNvPr>
          <p:cNvSpPr txBox="1"/>
          <p:nvPr/>
        </p:nvSpPr>
        <p:spPr>
          <a:xfrm>
            <a:off x="736600" y="5740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Leave a frozen enemy unexecuted and it recovers — a wasted ultimate.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19C2F9-DF55-441D-BAEA-0F211286438E}"/>
              </a:ext>
            </a:extLst>
          </p:cNvPr>
          <p:cNvSpPr/>
          <p:nvPr/>
        </p:nvSpPr>
        <p:spPr>
          <a:xfrm>
            <a:off x="4318000" y="5130800"/>
            <a:ext cx="3556000" cy="1320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D9906-730E-4DF7-8FFE-541CC475B12B}"/>
              </a:ext>
            </a:extLst>
          </p:cNvPr>
          <p:cNvSpPr txBox="1"/>
          <p:nvPr/>
        </p:nvSpPr>
        <p:spPr>
          <a:xfrm>
            <a:off x="4546600" y="5334000"/>
            <a:ext cx="309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4A7BD4"/>
                </a:solidFill>
                <a:latin typeface="Aptos"/>
              </a:rPr>
              <a:t>Scavenging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2A7DA-3707-4EA2-B14F-B38A836EF5BC}"/>
              </a:ext>
            </a:extLst>
          </p:cNvPr>
          <p:cNvSpPr txBox="1"/>
          <p:nvPr/>
        </p:nvSpPr>
        <p:spPr>
          <a:xfrm>
            <a:off x="4546600" y="5740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Uncollected parts can be picked up by enemies, making them stronger.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BB1171-E6E4-4648-A566-A52425C5B31F}"/>
              </a:ext>
            </a:extLst>
          </p:cNvPr>
          <p:cNvSpPr/>
          <p:nvPr/>
        </p:nvSpPr>
        <p:spPr>
          <a:xfrm>
            <a:off x="8128000" y="5130800"/>
            <a:ext cx="3556000" cy="13208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8E41D-5259-41D3-BB0B-0EFE0A764627}"/>
              </a:ext>
            </a:extLst>
          </p:cNvPr>
          <p:cNvSpPr txBox="1"/>
          <p:nvPr/>
        </p:nvSpPr>
        <p:spPr>
          <a:xfrm>
            <a:off x="8356600" y="5334000"/>
            <a:ext cx="309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C9A227"/>
                </a:solidFill>
                <a:latin typeface="Aptos"/>
              </a:rPr>
              <a:t>No mid-fight shopping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0C8AB-1624-4EF0-9BE2-32496280AAB0}"/>
              </a:ext>
            </a:extLst>
          </p:cNvPr>
          <p:cNvSpPr txBox="1"/>
          <p:nvPr/>
        </p:nvSpPr>
        <p:spPr>
          <a:xfrm>
            <a:off x="8356600" y="5740400"/>
            <a:ext cx="3098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Cores spend only in the breather, so waves must be survived as built.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9A8B23-EA7A-5D70-275F-380ECD05F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7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8A76-C62C-C94F-CD85-C9B5A15D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  <a:latin typeface="Aptos Display"/>
              </a:rPr>
              <a:t>Economy &amp; Upgrades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B2B0C-D052-4F6E-B678-EC177E7F9F1B}"/>
              </a:ext>
            </a:extLst>
          </p:cNvPr>
          <p:cNvSpPr/>
          <p:nvPr/>
        </p:nvSpPr>
        <p:spPr>
          <a:xfrm>
            <a:off x="508000" y="1905000"/>
            <a:ext cx="4191000" cy="3556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55B83-8816-467E-B688-D19F9136D8C6}"/>
              </a:ext>
            </a:extLst>
          </p:cNvPr>
          <p:cNvSpPr txBox="1"/>
          <p:nvPr/>
        </p:nvSpPr>
        <p:spPr>
          <a:xfrm>
            <a:off x="736600" y="2108200"/>
            <a:ext cx="3733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C9A227"/>
                </a:solidFill>
                <a:latin typeface="Aptos"/>
              </a:rPr>
              <a:t>Cores — the single currency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1BE48-11C1-4B0D-855F-2C07B576CEBD}"/>
              </a:ext>
            </a:extLst>
          </p:cNvPr>
          <p:cNvSpPr txBox="1"/>
          <p:nvPr/>
        </p:nvSpPr>
        <p:spPr>
          <a:xfrm>
            <a:off x="736600" y="2565400"/>
            <a:ext cx="3733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Base drop — every executed enemy drops a consistent baseline amount.
Tier bonus — enemies built from higher-tier parts drop more, rewarding players who recognise tiers on sight.
Scavenge trade-off — an enemy that picks up dropped parts is stronger, but pays out more when killed.
Spent between waves only — never mid-fight.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940676-7BB7-4FB3-B2B9-C6D1F117F2D0}"/>
              </a:ext>
            </a:extLst>
          </p:cNvPr>
          <p:cNvGraphicFramePr>
            <a:graphicFrameLocks noGrp="1"/>
          </p:cNvGraphicFramePr>
          <p:nvPr/>
        </p:nvGraphicFramePr>
        <p:xfrm>
          <a:off x="5080000" y="1905000"/>
          <a:ext cx="6604000" cy="355600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2106215497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567562523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Upgrade track</a:t>
                      </a:r>
                    </a:p>
                  </a:txBody>
                  <a:tcPr anchor="ctr">
                    <a:solidFill>
                      <a:srgbClr val="2A2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Tier progression</a:t>
                      </a:r>
                    </a:p>
                  </a:txBody>
                  <a:tcPr anchor="ctr">
                    <a:solidFill>
                      <a:srgbClr val="2A2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93056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A292F"/>
                          </a:solidFill>
                        </a:rPr>
                        <a:t>Armor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2A292F"/>
                          </a:solidFill>
                        </a:rPr>
                        <a:t>T1  +20% max HP
T2  +15% damage reduction
T3  Minor out-of-combat HP regen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98831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A292F"/>
                          </a:solidFill>
                        </a:rPr>
                        <a:t>Primary Weapon</a:t>
                      </a:r>
                    </a:p>
                  </a:txBody>
                  <a:tcPr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2A292F"/>
                          </a:solidFill>
                        </a:rPr>
                        <a:t>T1  +damage
T2  +fire rate
T3  +magazine size / faster reload</a:t>
                      </a:r>
                    </a:p>
                  </a:txBody>
                  <a:tcPr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136505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A292F"/>
                          </a:solidFill>
                        </a:rPr>
                        <a:t>Disassembler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2A292F"/>
                          </a:solidFill>
                        </a:rPr>
                        <a:t>T1  Shorter cooldown
T2  Increased range
T3  Enemies stay frozen longer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109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E166B0-9248-42EC-AF03-F5D6DD3E9CA9}"/>
              </a:ext>
            </a:extLst>
          </p:cNvPr>
          <p:cNvSpPr txBox="1"/>
          <p:nvPr/>
        </p:nvSpPr>
        <p:spPr>
          <a:xfrm>
            <a:off x="508000" y="6248400"/>
            <a:ext cx="1117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C9A227"/>
                </a:solidFill>
                <a:latin typeface="Aptos"/>
              </a:rPr>
              <a:t>Costs scale roughly ×1.8 per tier, so early choices matter. Breather between waves: 20–30 seconds, with an early-skip option.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2CD16-FC41-F0EF-6CDC-B0981FCA1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9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25D1-201C-4A2A-E81E-56FCB841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  <a:latin typeface="Aptos Display"/>
              </a:rPr>
              <a:t>What We're Building It In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EFB36F-9D2E-469D-817B-B226D953F3AD}"/>
              </a:ext>
            </a:extLst>
          </p:cNvPr>
          <p:cNvSpPr/>
          <p:nvPr/>
        </p:nvSpPr>
        <p:spPr>
          <a:xfrm>
            <a:off x="508000" y="19050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46C62-E344-4830-88DB-DFCBCD6D4723}"/>
              </a:ext>
            </a:extLst>
          </p:cNvPr>
          <p:cNvSpPr txBox="1"/>
          <p:nvPr/>
        </p:nvSpPr>
        <p:spPr>
          <a:xfrm>
            <a:off x="736600" y="21082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C9A227"/>
                </a:solidFill>
                <a:latin typeface="Aptos"/>
              </a:rPr>
              <a:t>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49F23-B2CF-48ED-A134-FDA54FB4E0C9}"/>
              </a:ext>
            </a:extLst>
          </p:cNvPr>
          <p:cNvSpPr txBox="1"/>
          <p:nvPr/>
        </p:nvSpPr>
        <p:spPr>
          <a:xfrm>
            <a:off x="736600" y="25654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Unity with the Universal Render Pipeline (URP) — required for the Shader Graph work.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66B91-AE1A-4067-AEE2-FAF3292920E4}"/>
              </a:ext>
            </a:extLst>
          </p:cNvPr>
          <p:cNvSpPr/>
          <p:nvPr/>
        </p:nvSpPr>
        <p:spPr>
          <a:xfrm>
            <a:off x="4470400" y="19050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4A7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7C977-F1B3-4587-A1FD-2F19B6DBC050}"/>
              </a:ext>
            </a:extLst>
          </p:cNvPr>
          <p:cNvSpPr txBox="1"/>
          <p:nvPr/>
        </p:nvSpPr>
        <p:spPr>
          <a:xfrm>
            <a:off x="4699000" y="21082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4A7BD4"/>
                </a:solidFill>
                <a:latin typeface="Aptos"/>
              </a:rPr>
              <a:t>Player controller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F7E85-E151-4F02-958B-052D5FFCF7E4}"/>
              </a:ext>
            </a:extLst>
          </p:cNvPr>
          <p:cNvSpPr txBox="1"/>
          <p:nvPr/>
        </p:nvSpPr>
        <p:spPr>
          <a:xfrm>
            <a:off x="4699000" y="25654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Unity's official Starter Assets first-person controller, rather than custom movement and mouse-look.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CBCF04-B182-466A-947F-16538C916404}"/>
              </a:ext>
            </a:extLst>
          </p:cNvPr>
          <p:cNvSpPr/>
          <p:nvPr/>
        </p:nvSpPr>
        <p:spPr>
          <a:xfrm>
            <a:off x="8432800" y="19050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B455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616D8-2455-44E7-94F9-C0E7F5DF8459}"/>
              </a:ext>
            </a:extLst>
          </p:cNvPr>
          <p:cNvSpPr txBox="1"/>
          <p:nvPr/>
        </p:nvSpPr>
        <p:spPr>
          <a:xfrm>
            <a:off x="8661400" y="21082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B4552A"/>
                </a:solidFill>
                <a:latin typeface="Aptos"/>
              </a:rPr>
              <a:t>Enemy 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6E9ED-7C19-4204-8056-194CBA5BC3C0}"/>
              </a:ext>
            </a:extLst>
          </p:cNvPr>
          <p:cNvSpPr txBox="1"/>
          <p:nvPr/>
        </p:nvSpPr>
        <p:spPr>
          <a:xfrm>
            <a:off x="8661400" y="25654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Unity's built-in NavMesh system drives chase behaviour instead of custom pathfinding.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3B7287-503A-419D-83BD-1E0CB462E7AF}"/>
              </a:ext>
            </a:extLst>
          </p:cNvPr>
          <p:cNvSpPr/>
          <p:nvPr/>
        </p:nvSpPr>
        <p:spPr>
          <a:xfrm>
            <a:off x="508000" y="42672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D9A5D-A50F-414F-AD89-C65ED889B1C4}"/>
              </a:ext>
            </a:extLst>
          </p:cNvPr>
          <p:cNvSpPr txBox="1"/>
          <p:nvPr/>
        </p:nvSpPr>
        <p:spPr>
          <a:xfrm>
            <a:off x="736600" y="44704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8A6FE0"/>
                </a:solidFill>
                <a:latin typeface="Aptos"/>
              </a:rPr>
              <a:t>Modular parts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53013F-EE08-4DA1-B909-71B117BE3696}"/>
              </a:ext>
            </a:extLst>
          </p:cNvPr>
          <p:cNvSpPr txBox="1"/>
          <p:nvPr/>
        </p:nvSpPr>
        <p:spPr>
          <a:xfrm>
            <a:off x="736600" y="49276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A ScriptableObject data asset per part variant, slotted onto socket transforms at spawn.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885C85-20A1-4B30-9BA3-C57C7E73437E}"/>
              </a:ext>
            </a:extLst>
          </p:cNvPr>
          <p:cNvSpPr/>
          <p:nvPr/>
        </p:nvSpPr>
        <p:spPr>
          <a:xfrm>
            <a:off x="4470400" y="42672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8A6F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30F794-1492-4ACD-B8CB-10EEF1136BE6}"/>
              </a:ext>
            </a:extLst>
          </p:cNvPr>
          <p:cNvSpPr txBox="1"/>
          <p:nvPr/>
        </p:nvSpPr>
        <p:spPr>
          <a:xfrm>
            <a:off x="4699000" y="44704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8A6FE0"/>
                </a:solidFill>
                <a:latin typeface="Aptos"/>
              </a:rPr>
              <a:t>Core shader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8C0BA7-8DBA-48AC-9056-569DE04942CF}"/>
              </a:ext>
            </a:extLst>
          </p:cNvPr>
          <p:cNvSpPr txBox="1"/>
          <p:nvPr/>
        </p:nvSpPr>
        <p:spPr>
          <a:xfrm>
            <a:off x="4699000" y="49276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Shader Graph, node-based, for the galaxy effect — no hand-written shader code needed.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417B49-FF1C-42AD-B6EF-3E9BE0E9BEC5}"/>
              </a:ext>
            </a:extLst>
          </p:cNvPr>
          <p:cNvSpPr/>
          <p:nvPr/>
        </p:nvSpPr>
        <p:spPr>
          <a:xfrm>
            <a:off x="8432800" y="4267200"/>
            <a:ext cx="3556000" cy="2159000"/>
          </a:xfrm>
          <a:prstGeom prst="roundRect">
            <a:avLst/>
          </a:prstGeom>
          <a:solidFill>
            <a:srgbClr val="2A292F"/>
          </a:solidFill>
          <a:ln w="1905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5A22A-7A6D-490E-9D6A-CEFD1985C513}"/>
              </a:ext>
            </a:extLst>
          </p:cNvPr>
          <p:cNvSpPr txBox="1"/>
          <p:nvPr/>
        </p:nvSpPr>
        <p:spPr>
          <a:xfrm>
            <a:off x="8661400" y="4470400"/>
            <a:ext cx="3098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C9A227"/>
                </a:solidFill>
                <a:latin typeface="Aptos"/>
              </a:rPr>
              <a:t>Source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F351E5-2404-4B34-8F1A-C9D1447FF456}"/>
              </a:ext>
            </a:extLst>
          </p:cNvPr>
          <p:cNvSpPr txBox="1"/>
          <p:nvPr/>
        </p:nvSpPr>
        <p:spPr>
          <a:xfrm>
            <a:off x="8661400" y="4927600"/>
            <a:ext cx="3098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  <a:latin typeface="Aptos"/>
              </a:rPr>
              <a:t>A shared GitHub repository with a Unity-specific .gitignore, as the brief requires.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20BA2D-9D65-0002-5FA0-FB6B0DF6C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D695FC-0994-40C0-91A2-658F4401352E}"/>
              </a:ext>
            </a:extLst>
          </p:cNvPr>
          <p:cNvSpPr/>
          <p:nvPr/>
        </p:nvSpPr>
        <p:spPr>
          <a:xfrm>
            <a:off x="508000" y="4140200"/>
            <a:ext cx="11176000" cy="584200"/>
          </a:xfrm>
          <a:prstGeom prst="rect">
            <a:avLst/>
          </a:prstGeom>
          <a:solidFill>
            <a:srgbClr val="F4F1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3EB14B-3245-4C89-A41F-5B1D3CE2694F}"/>
              </a:ext>
            </a:extLst>
          </p:cNvPr>
          <p:cNvSpPr/>
          <p:nvPr/>
        </p:nvSpPr>
        <p:spPr>
          <a:xfrm>
            <a:off x="508000" y="2971800"/>
            <a:ext cx="11176000" cy="584200"/>
          </a:xfrm>
          <a:prstGeom prst="rect">
            <a:avLst/>
          </a:prstGeom>
          <a:solidFill>
            <a:srgbClr val="F4F1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0F40E-A617-493B-B892-1B7C607708B8}"/>
              </a:ext>
            </a:extLst>
          </p:cNvPr>
          <p:cNvSpPr/>
          <p:nvPr/>
        </p:nvSpPr>
        <p:spPr>
          <a:xfrm>
            <a:off x="508000" y="1803400"/>
            <a:ext cx="11176000" cy="584200"/>
          </a:xfrm>
          <a:prstGeom prst="rect">
            <a:avLst/>
          </a:prstGeom>
          <a:solidFill>
            <a:srgbClr val="F4F1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22C4A-44F8-9F9C-6176-79BBDA94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>
            <a:normAutofit/>
          </a:bodyPr>
          <a:lstStyle/>
          <a:p>
            <a:r>
              <a:rPr lang="en-US" sz="3800" b="1">
                <a:solidFill>
                  <a:srgbClr val="111111"/>
                </a:solidFill>
                <a:latin typeface="Aptos Display"/>
              </a:rPr>
              <a:t>Meeting the Project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8ECA8-6AC7-4D0E-8C1F-8BFA9C13B1C8}"/>
              </a:ext>
            </a:extLst>
          </p:cNvPr>
          <p:cNvSpPr/>
          <p:nvPr/>
        </p:nvSpPr>
        <p:spPr>
          <a:xfrm>
            <a:off x="508000" y="19050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CD662-80C5-4C7F-B4D4-90C946FCA8AA}"/>
              </a:ext>
            </a:extLst>
          </p:cNvPr>
          <p:cNvSpPr txBox="1"/>
          <p:nvPr/>
        </p:nvSpPr>
        <p:spPr>
          <a:xfrm>
            <a:off x="762000" y="19558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Playable character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9F55C-C8BD-4679-A1FE-346CCFE8995C}"/>
              </a:ext>
            </a:extLst>
          </p:cNvPr>
          <p:cNvSpPr txBox="1"/>
          <p:nvPr/>
        </p:nvSpPr>
        <p:spPr>
          <a:xfrm>
            <a:off x="4648200" y="19558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The first-person player, built on Unity's Starter Assets controller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F64383-17EC-479E-BC03-809F3FB841F6}"/>
              </a:ext>
            </a:extLst>
          </p:cNvPr>
          <p:cNvSpPr/>
          <p:nvPr/>
        </p:nvSpPr>
        <p:spPr>
          <a:xfrm>
            <a:off x="508000" y="24892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A7089-27F6-4C85-BF18-F7BC6A48F145}"/>
              </a:ext>
            </a:extLst>
          </p:cNvPr>
          <p:cNvSpPr txBox="1"/>
          <p:nvPr/>
        </p:nvSpPr>
        <p:spPr>
          <a:xfrm>
            <a:off x="762000" y="25400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NPCs with defined behaviour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9DD7F-F325-464A-A568-0F5BA231C8C3}"/>
              </a:ext>
            </a:extLst>
          </p:cNvPr>
          <p:cNvSpPr txBox="1"/>
          <p:nvPr/>
        </p:nvSpPr>
        <p:spPr>
          <a:xfrm>
            <a:off x="4648200" y="25400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Modular enemies with NavMesh chase AI that can scavenge dropped parts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730080-3369-4973-BE25-719CEFE170D5}"/>
              </a:ext>
            </a:extLst>
          </p:cNvPr>
          <p:cNvSpPr/>
          <p:nvPr/>
        </p:nvSpPr>
        <p:spPr>
          <a:xfrm>
            <a:off x="508000" y="30734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77309-313F-47C8-8F8D-4C1704373FC4}"/>
              </a:ext>
            </a:extLst>
          </p:cNvPr>
          <p:cNvSpPr txBox="1"/>
          <p:nvPr/>
        </p:nvSpPr>
        <p:spPr>
          <a:xfrm>
            <a:off x="762000" y="31242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Win and loss conditions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B4D474-1C64-4D07-9B0F-7AA22C583C11}"/>
              </a:ext>
            </a:extLst>
          </p:cNvPr>
          <p:cNvSpPr txBox="1"/>
          <p:nvPr/>
        </p:nvSpPr>
        <p:spPr>
          <a:xfrm>
            <a:off x="4648200" y="31242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Survive 8 waves and defeat the boss · health reaching zero ends the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B6D3B0-C4DF-459D-822F-50FA65F34FA0}"/>
              </a:ext>
            </a:extLst>
          </p:cNvPr>
          <p:cNvSpPr/>
          <p:nvPr/>
        </p:nvSpPr>
        <p:spPr>
          <a:xfrm>
            <a:off x="508000" y="36576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2C8C5-2C84-4600-90EB-80D0AD413708}"/>
              </a:ext>
            </a:extLst>
          </p:cNvPr>
          <p:cNvSpPr txBox="1"/>
          <p:nvPr/>
        </p:nvSpPr>
        <p:spPr>
          <a:xfrm>
            <a:off x="762000" y="37084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Assets from first principles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A805D-0B43-4FB7-A89C-E4DDA7F87546}"/>
              </a:ext>
            </a:extLst>
          </p:cNvPr>
          <p:cNvSpPr txBox="1"/>
          <p:nvPr/>
        </p:nvSpPr>
        <p:spPr>
          <a:xfrm>
            <a:off x="4648200" y="37084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Every enemy part and the core are modelled by us, not store-bought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275D5F-6170-4AF3-894A-216CE85AF300}"/>
              </a:ext>
            </a:extLst>
          </p:cNvPr>
          <p:cNvSpPr/>
          <p:nvPr/>
        </p:nvSpPr>
        <p:spPr>
          <a:xfrm>
            <a:off x="508000" y="42418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90239-769B-48CB-914E-DFB5F5CD2B69}"/>
              </a:ext>
            </a:extLst>
          </p:cNvPr>
          <p:cNvSpPr txBox="1"/>
          <p:nvPr/>
        </p:nvSpPr>
        <p:spPr>
          <a:xfrm>
            <a:off x="762000" y="42926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At least one custom shader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CAB62-1465-41F2-A9C8-7AF2206D1A7C}"/>
              </a:ext>
            </a:extLst>
          </p:cNvPr>
          <p:cNvSpPr txBox="1"/>
          <p:nvPr/>
        </p:nvSpPr>
        <p:spPr>
          <a:xfrm>
            <a:off x="4648200" y="42926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The Shader Graph “galaxy” material on the exposed 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4072A-D165-4E94-A30A-36ACD41BAB1C}"/>
              </a:ext>
            </a:extLst>
          </p:cNvPr>
          <p:cNvSpPr/>
          <p:nvPr/>
        </p:nvSpPr>
        <p:spPr>
          <a:xfrm>
            <a:off x="508000" y="4826000"/>
            <a:ext cx="63500" cy="381000"/>
          </a:xfrm>
          <a:prstGeom prst="rect">
            <a:avLst/>
          </a:prstGeom>
          <a:solidFill>
            <a:srgbClr val="C9A2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E22F1E-B722-4DA2-8070-017447FCB828}"/>
              </a:ext>
            </a:extLst>
          </p:cNvPr>
          <p:cNvSpPr txBox="1"/>
          <p:nvPr/>
        </p:nvSpPr>
        <p:spPr>
          <a:xfrm>
            <a:off x="762000" y="4876800"/>
            <a:ext cx="368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A292F"/>
                </a:solidFill>
                <a:latin typeface="Aptos"/>
              </a:rPr>
              <a:t>Source code submitted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530380-4C3B-4B43-85D5-41C3C24D5BAA}"/>
              </a:ext>
            </a:extLst>
          </p:cNvPr>
          <p:cNvSpPr txBox="1"/>
          <p:nvPr/>
        </p:nvSpPr>
        <p:spPr>
          <a:xfrm>
            <a:off x="4648200" y="4876800"/>
            <a:ext cx="6908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2A292F"/>
                </a:solidFill>
                <a:latin typeface="Aptos"/>
              </a:rPr>
              <a:t>A shared GitHub repository with a Unity-specific .gitignore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FDCAE5-7464-48AE-9CB0-A53B73C42483}"/>
              </a:ext>
            </a:extLst>
          </p:cNvPr>
          <p:cNvSpPr txBox="1"/>
          <p:nvPr/>
        </p:nvSpPr>
        <p:spPr>
          <a:xfrm>
            <a:off x="508000" y="61722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C9A227"/>
                </a:solidFill>
                <a:latin typeface="Aptos"/>
              </a:rPr>
              <a:t>Deliverable 1 due Friday 21 August 2026 · First Prototype 18 September · Final Deliverable 14 October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9F4ED96-1907-4C94-1672-F4FCD890A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431800"/>
            <a:ext cx="558800" cy="3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10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6823151447]">
  <a:themeElements>
    <a:clrScheme name="Office">
      <a:dk1>
        <a:srgbClr val="ECE9E4"/>
      </a:dk1>
      <a:lt1>
        <a:srgbClr val="1B1A1E"/>
      </a:lt1>
      <a:dk2>
        <a:srgbClr val="C9A227"/>
      </a:dk2>
      <a:lt2>
        <a:srgbClr val="2A292F"/>
      </a:lt2>
      <a:accent1>
        <a:srgbClr val="C9A227"/>
      </a:accent1>
      <a:accent2>
        <a:srgbClr val="2FB3A6"/>
      </a:accent2>
      <a:accent3>
        <a:srgbClr val="8A6FE0"/>
      </a:accent3>
      <a:accent4>
        <a:srgbClr val="4A7BD4"/>
      </a:accent4>
      <a:accent5>
        <a:srgbClr val="B4552A"/>
      </a:accent5>
      <a:accent6>
        <a:srgbClr val="9AA0A6"/>
      </a:accent6>
      <a:hlink>
        <a:srgbClr val="467886"/>
      </a:hlink>
      <a:folHlink>
        <a:srgbClr val="96607D"/>
      </a:folHlink>
    </a:clrScheme>
    <a:fontScheme name="Office">
      <a:majorFont>
        <a:latin typeface="Bahnschrif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4A5961-E99C-4893-A0DB-F1E0AAE2217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a7a0d39-b1c8-4704-85b0-f049dc06ed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1204</Words>
  <Application>Microsoft Office PowerPoint</Application>
  <PresentationFormat>Widescreen</PresentationFormat>
  <Paragraphs>121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Segoe UI</vt:lpstr>
      <vt:lpstr>Office Theme</vt:lpstr>
      <vt:lpstr>Office Theme [1786823151447]</vt:lpstr>
      <vt:lpstr>Office Theme</vt:lpstr>
      <vt:lpstr>CoreBuster</vt:lpstr>
      <vt:lpstr>Introduction</vt:lpstr>
      <vt:lpstr>Gameplay Overview</vt:lpstr>
      <vt:lpstr>The Disassembler — Signature Mechanic</vt:lpstr>
      <vt:lpstr>World Layout</vt:lpstr>
      <vt:lpstr>Character Descriptions</vt:lpstr>
      <vt:lpstr>Controls</vt:lpstr>
      <vt:lpstr>Win / Loss Conditions</vt:lpstr>
      <vt:lpstr>Economy &amp; Upgrades</vt:lpstr>
      <vt:lpstr>What We're Building It In</vt:lpstr>
      <vt:lpstr>Meeting the Project Brief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M.I Valli Mahomed</dc:creator>
  <cp:lastModifiedBy>M.I Valli Mahomed</cp:lastModifiedBy>
  <cp:revision>2</cp:revision>
  <dcterms:created xsi:type="dcterms:W3CDTF">2026-08-15T19:13:46Z</dcterms:created>
  <dcterms:modified xsi:type="dcterms:W3CDTF">2026-08-15T20:37:15Z</dcterms:modified>
</cp:coreProperties>
</file>